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6576000" cy="21945600"/>
  <p:notesSz cx="6858000" cy="9144000"/>
  <p:embeddedFontLst>
    <p:embeddedFont>
      <p:font typeface="Play" panose="020B0604020202020204" charset="0"/>
      <p:regular r:id="rId4"/>
      <p:bold r:id="rId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 roundtripDataSignature="AMtx7mgz1hSPReWAOctAUyh4TVrlA+8Lv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C4EEE7-6309-A02E-141A-58CA6B953C38}" name="Lauren Janicke" initials="LJ" userId="S::ljanicke@andrew.cmu.edu::61d926c1-84bc-4939-ac88-04754f221b5d" providerId="AD"/>
  <p188:author id="{97E60CFF-F99B-FE24-8A42-305DDDA8284E}" name="Sihan Liang" initials="SL" userId="S::sihanlia@andrew.cmu.edu::2bf78ed6-e1eb-4095-8361-d85a4c973f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DDD99D-3CE5-4571-B72D-CADC5CCD0126}">
  <a:tblStyle styleId="{E8DDD99D-3CE5-4571-B72D-CADC5CCD012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3"/>
    <p:restoredTop sz="93072" autoAdjust="0"/>
  </p:normalViewPr>
  <p:slideViewPr>
    <p:cSldViewPr snapToGrid="0">
      <p:cViewPr>
        <p:scale>
          <a:sx n="33" d="100"/>
          <a:sy n="33" d="100"/>
        </p:scale>
        <p:origin x="130" y="-6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viewProps" Target="viewProps.xml"/><Relationship Id="rId5" Type="http://schemas.openxmlformats.org/officeDocument/2006/relationships/font" Target="fonts/font2.fntdata"/><Relationship Id="rId10" Type="http://schemas.openxmlformats.org/officeDocument/2006/relationships/presProps" Target="presProps.xml"/><Relationship Id="rId4" Type="http://schemas.openxmlformats.org/officeDocument/2006/relationships/font" Target="fonts/font1.fntdata"/><Relationship Id="rId9" Type="http://customschemas.google.com/relationships/presentationmetadata" Target="metadata"/><Relationship Id="rId14" Type="http://schemas.microsoft.com/office/2018/10/relationships/authors" Target="authors.xml"/></Relationships>
</file>

<file path=ppt/comments/modernComment_100_0.xml><?xml version="1.0" encoding="utf-8"?>
<p188:cmLst xmlns:a="http://schemas.openxmlformats.org/drawingml/2006/main" xmlns:r="http://schemas.openxmlformats.org/officeDocument/2006/relationships" xmlns:p188="http://schemas.microsoft.com/office/powerpoint/2018/8/main">
  <p188:cm id="{89A7322D-D090-B647-B2E5-EF21E830F056}" authorId="{D7C4EEE7-6309-A02E-141A-58CA6B953C38}" created="2025-08-28T14:34:09.506">
    <ac:deMkLst xmlns:ac="http://schemas.microsoft.com/office/drawing/2013/main/command">
      <pc:docMk xmlns:pc="http://schemas.microsoft.com/office/powerpoint/2013/main/command"/>
      <pc:sldMk xmlns:pc="http://schemas.microsoft.com/office/powerpoint/2013/main/command" cId="0" sldId="256"/>
      <ac:spMk id="86" creationId="{00000000-0000-0000-0000-000000000000}"/>
    </ac:deMkLst>
    <p188:txBody>
      <a:bodyPr/>
      <a:lstStyle/>
      <a:p>
        <a:r>
          <a:rPr lang="en-US"/>
          <a:t>Need to include affiliations </a:t>
        </a:r>
      </a:p>
    </p188:txBody>
    <p188:extLst>
      <p:ext xmlns:p="http://schemas.openxmlformats.org/presentationml/2006/main" uri="{57CB4572-C831-44C2-8A1C-0ADB6CCDFE69}">
        <p223:reactions xmlns:p223="http://schemas.microsoft.com/office/powerpoint/2022/03/main">
          <p223:rxn type="👍">
            <p223:instance time="2025-09-01T10:28:45.784" authorId="{97E60CFF-F99B-FE24-8A42-305DDDA8284E}"/>
          </p223:rxn>
        </p223:reactions>
      </p:ext>
    </p188:extLst>
  </p188:cm>
  <p188:cm id="{1004E1F5-721E-F247-931C-0247BC769733}" authorId="{D7C4EEE7-6309-A02E-141A-58CA6B953C38}" created="2025-08-28T14:34:48.043">
    <ac:deMkLst xmlns:ac="http://schemas.microsoft.com/office/drawing/2013/main/command">
      <pc:docMk xmlns:pc="http://schemas.microsoft.com/office/powerpoint/2013/main/command"/>
      <pc:sldMk xmlns:pc="http://schemas.microsoft.com/office/powerpoint/2013/main/command" cId="0" sldId="256"/>
      <ac:spMk id="8" creationId="{B8C80654-B045-63FE-27A8-39607C27BF77}"/>
    </ac:deMkLst>
    <p188:txBody>
      <a:bodyPr/>
      <a:lstStyle/>
      <a:p>
        <a:r>
          <a:rPr lang="en-US"/>
          <a:t>Need to include the NSF emblem approx here</a:t>
        </a:r>
      </a:p>
    </p188:txBody>
    <p188:extLst>
      <p:ext xmlns:p="http://schemas.openxmlformats.org/presentationml/2006/main" uri="{57CB4572-C831-44C2-8A1C-0ADB6CCDFE69}">
        <p223:reactions xmlns:p223="http://schemas.microsoft.com/office/powerpoint/2022/03/main">
          <p223:rxn type="👍">
            <p223:instance time="2025-09-01T10:28:47.606" authorId="{97E60CFF-F99B-FE24-8A42-305DDDA8284E}"/>
          </p223:rxn>
        </p223:reactions>
      </p:ext>
    </p188:extLst>
  </p188:cm>
  <p188:cm id="{DB5AFA1C-D088-334E-9047-F547428D9184}" authorId="{D7C4EEE7-6309-A02E-141A-58CA6B953C38}" created="2025-08-28T14:35:21.931">
    <ac:txMkLst xmlns:ac="http://schemas.microsoft.com/office/drawing/2013/main/command">
      <pc:docMk xmlns:pc="http://schemas.microsoft.com/office/powerpoint/2013/main/command"/>
      <pc:sldMk xmlns:pc="http://schemas.microsoft.com/office/powerpoint/2013/main/command" cId="0" sldId="256"/>
      <ac:graphicFrameMk id="4" creationId="{A7FF4853-E98B-D78A-650B-265A1E2A98CD}"/>
      <ac:tblMk/>
      <ac:tcMk rowId="1162467200" colId="1763909180"/>
      <ac:txMk cp="0" len="5">
        <ac:context len="18" hash="1997583877"/>
      </ac:txMk>
    </ac:txMkLst>
    <p188:pos x="4639717" y="1484074"/>
    <p188:txBody>
      <a:bodyPr/>
      <a:lstStyle/>
      <a:p>
        <a:r>
          <a:rPr lang="en-US"/>
          <a:t>inconsistent capitalization</a:t>
        </a:r>
      </a:p>
    </p188:txBody>
    <p188:extLst>
      <p:ext xmlns:p="http://schemas.openxmlformats.org/presentationml/2006/main" uri="{57CB4572-C831-44C2-8A1C-0ADB6CCDFE69}">
        <p223:reactions xmlns:p223="http://schemas.microsoft.com/office/powerpoint/2022/03/main">
          <p223:rxn type="👍">
            <p223:instance time="2025-09-01T10:28:53.314" authorId="{97E60CFF-F99B-FE24-8A42-305DDDA8284E}"/>
          </p223:rxn>
        </p223:reactions>
      </p:ext>
    </p188:extLst>
  </p188:cm>
  <p188:cm id="{1E768B26-BFE7-0641-BCA7-61C0E451205D}" authorId="{D7C4EEE7-6309-A02E-141A-58CA6B953C38}" created="2025-08-28T14:36:15.492">
    <ac:deMkLst xmlns:ac="http://schemas.microsoft.com/office/drawing/2013/main/command">
      <pc:docMk xmlns:pc="http://schemas.microsoft.com/office/powerpoint/2013/main/command"/>
      <pc:sldMk xmlns:pc="http://schemas.microsoft.com/office/powerpoint/2013/main/command" cId="0" sldId="256"/>
      <ac:graphicFrameMk id="4" creationId="{A7FF4853-E98B-D78A-650B-265A1E2A98CD}"/>
    </ac:deMkLst>
    <p188:txBody>
      <a:bodyPr/>
      <a:lstStyle/>
      <a:p>
        <a:r>
          <a:rPr lang="en-US"/>
          <a:t>These are floating tables without any titles. Either add titles or convert to normal text</a:t>
        </a:r>
      </a:p>
    </p188:txBody>
    <p188:extLst>
      <p:ext xmlns:p="http://schemas.openxmlformats.org/presentationml/2006/main" uri="{57CB4572-C831-44C2-8A1C-0ADB6CCDFE69}">
        <p223:reactions xmlns:p223="http://schemas.microsoft.com/office/powerpoint/2022/03/main">
          <p223:rxn type="👍">
            <p223:instance time="2025-09-01T10:28:43.403" authorId="{97E60CFF-F99B-FE24-8A42-305DDDA8284E}"/>
          </p223:rxn>
        </p223:reactions>
      </p:ext>
    </p188:extLst>
  </p188:cm>
  <p188:cm id="{0978C3CE-A24E-DC44-98CB-63515A6ADF44}" authorId="{D7C4EEE7-6309-A02E-141A-58CA6B953C38}" created="2025-08-28T14:36:54.508">
    <ac:deMkLst xmlns:ac="http://schemas.microsoft.com/office/drawing/2013/main/command">
      <pc:docMk xmlns:pc="http://schemas.microsoft.com/office/powerpoint/2013/main/command"/>
      <pc:sldMk xmlns:pc="http://schemas.microsoft.com/office/powerpoint/2013/main/command" cId="0" sldId="256"/>
      <ac:picMk id="20" creationId="{A36A8B85-FA7D-67B9-9ACD-24A7432BBB93}"/>
    </ac:deMkLst>
    <p188:txBody>
      <a:bodyPr/>
      <a:lstStyle/>
      <a:p>
        <a:r>
          <a:rPr lang="en-US"/>
          <a:t>Font size in figure bigger. Don't need title because the figure title below is sufficient</a:t>
        </a:r>
      </a:p>
    </p188:txBody>
    <p188:extLst>
      <p:ext xmlns:p="http://schemas.openxmlformats.org/presentationml/2006/main" uri="{57CB4572-C831-44C2-8A1C-0ADB6CCDFE69}">
        <p223:reactions xmlns:p223="http://schemas.microsoft.com/office/powerpoint/2022/03/main">
          <p223:rxn type="👍">
            <p223:instance time="2025-08-29T18:42:41.652" authorId="{97E60CFF-F99B-FE24-8A42-305DDDA8284E}"/>
          </p223:rxn>
        </p223:reactions>
      </p:ext>
    </p188:extLst>
  </p188:cm>
  <p188:cm id="{AC3F9737-549F-1B4D-8941-CFE472FADEF6}" authorId="{D7C4EEE7-6309-A02E-141A-58CA6B953C38}" created="2025-08-28T14:37:19.885">
    <ac:deMkLst xmlns:ac="http://schemas.microsoft.com/office/drawing/2013/main/command">
      <pc:docMk xmlns:pc="http://schemas.microsoft.com/office/powerpoint/2013/main/command"/>
      <pc:sldMk xmlns:pc="http://schemas.microsoft.com/office/powerpoint/2013/main/command" cId="0" sldId="256"/>
      <ac:spMk id="9" creationId="{F659A31C-9123-F206-F5AE-EA02EE3C633B}"/>
    </ac:deMkLst>
    <p188:txBody>
      <a:bodyPr/>
      <a:lstStyle/>
      <a:p>
        <a:r>
          <a:rPr lang="en-US"/>
          <a:t>incorrect numbering</a:t>
        </a:r>
      </a:p>
    </p188:txBody>
    <p188:extLst>
      <p:ext xmlns:p="http://schemas.openxmlformats.org/presentationml/2006/main" uri="{57CB4572-C831-44C2-8A1C-0ADB6CCDFE69}">
        <p223:reactions xmlns:p223="http://schemas.microsoft.com/office/powerpoint/2022/03/main">
          <p223:rxn type="👍">
            <p223:instance time="2025-09-01T10:29:50.955" authorId="{97E60CFF-F99B-FE24-8A42-305DDDA8284E}"/>
          </p223:rxn>
        </p223:reactions>
      </p:ext>
    </p188:extLst>
  </p188:cm>
  <p188:cm id="{3C4ECC10-BB58-894A-897A-CC7C06D65A93}" authorId="{D7C4EEE7-6309-A02E-141A-58CA6B953C38}" created="2025-08-28T14:38:16.655">
    <ac:txMkLst xmlns:ac="http://schemas.microsoft.com/office/drawing/2013/main/command">
      <pc:docMk xmlns:pc="http://schemas.microsoft.com/office/powerpoint/2013/main/command"/>
      <pc:sldMk xmlns:pc="http://schemas.microsoft.com/office/powerpoint/2013/main/command" cId="0" sldId="256"/>
      <ac:graphicFrameMk id="27" creationId="{BEFCEA43-CB80-B041-224A-CBC1D2B6B0EE}"/>
      <ac:tblMk/>
      <ac:tcMk rowId="1827495046" colId="2068169986"/>
      <ac:txMk cp="17">
        <ac:context len="18" hash="857652007"/>
      </ac:txMk>
    </ac:txMkLst>
    <p188:pos x="4791355" y="1685729"/>
    <p188:txBody>
      <a:bodyPr/>
      <a:lstStyle/>
      <a:p>
        <a:r>
          <a:rPr lang="en-US"/>
          <a:t>make these variable names more readable (e.g. Building Geometry instead of in.geometry_building_type_acs)</a:t>
        </a:r>
      </a:p>
    </p188:txBody>
    <p188:extLst>
      <p:ext xmlns:p="http://schemas.openxmlformats.org/presentationml/2006/main" uri="{57CB4572-C831-44C2-8A1C-0ADB6CCDFE69}">
        <p223:reactions xmlns:p223="http://schemas.microsoft.com/office/powerpoint/2022/03/main">
          <p223:rxn type="👍">
            <p223:instance time="2025-09-01T10:40:12.850" authorId="{97E60CFF-F99B-FE24-8A42-305DDDA8284E}"/>
          </p223:rxn>
        </p223:reactions>
      </p:ext>
    </p188:extLst>
  </p188:cm>
  <p188:cm id="{D0348647-A917-5E44-AB8B-2B96BDDD9B33}" authorId="{D7C4EEE7-6309-A02E-141A-58CA6B953C38}" created="2025-08-28T14:38:49.275">
    <ac:deMkLst xmlns:ac="http://schemas.microsoft.com/office/drawing/2013/main/command">
      <pc:docMk xmlns:pc="http://schemas.microsoft.com/office/powerpoint/2013/main/command"/>
      <pc:sldMk xmlns:pc="http://schemas.microsoft.com/office/powerpoint/2013/main/command" cId="0" sldId="256"/>
      <ac:spMk id="35" creationId="{1C371778-23A4-CA23-8139-420BAB980BD2}"/>
    </ac:deMkLst>
    <p188:txBody>
      <a:bodyPr/>
      <a:lstStyle/>
      <a:p>
        <a:r>
          <a:rPr lang="en-US"/>
          <a:t>This is not a figure it's a table. Table titles go above and figure titles go below.</a:t>
        </a:r>
      </a:p>
    </p188:txBody>
    <p188:extLst>
      <p:ext xmlns:p="http://schemas.openxmlformats.org/presentationml/2006/main" uri="{57CB4572-C831-44C2-8A1C-0ADB6CCDFE69}">
        <p223:reactions xmlns:p223="http://schemas.microsoft.com/office/powerpoint/2022/03/main">
          <p223:rxn type="👍">
            <p223:instance time="2025-09-01T10:29:53.166" authorId="{97E60CFF-F99B-FE24-8A42-305DDDA8284E}"/>
          </p223:rxn>
        </p223:reactions>
      </p:ext>
    </p188:extLst>
  </p188:cm>
  <p188:cm id="{3B5DECB1-B016-B243-B3E3-B57B8133AC70}" authorId="{D7C4EEE7-6309-A02E-141A-58CA6B953C38}" created="2025-08-28T14:39:20.217">
    <ac:txMkLst xmlns:ac="http://schemas.microsoft.com/office/drawing/2013/main/command">
      <pc:docMk xmlns:pc="http://schemas.microsoft.com/office/powerpoint/2013/main/command"/>
      <pc:sldMk xmlns:pc="http://schemas.microsoft.com/office/powerpoint/2013/main/command" cId="0" sldId="256"/>
      <ac:graphicFrameMk id="4" creationId="{A7FF4853-E98B-D78A-650B-265A1E2A98CD}"/>
      <ac:tblMk/>
      <ac:tcMk rowId="1162467200" colId="517690408"/>
      <ac:txMk cp="0" len="19">
        <ac:context len="26" hash="1849991610"/>
      </ac:txMk>
    </ac:txMkLst>
    <p188:pos x="10387374" y="1255474"/>
    <p188:txBody>
      <a:bodyPr/>
      <a:lstStyle/>
      <a:p>
        <a:r>
          <a:rPr lang="en-US"/>
          <a:t>inconsistent</a:t>
        </a:r>
      </a:p>
    </p188:txBody>
    <p188:extLst>
      <p:ext xmlns:p="http://schemas.openxmlformats.org/presentationml/2006/main" uri="{57CB4572-C831-44C2-8A1C-0ADB6CCDFE69}">
        <p223:reactions xmlns:p223="http://schemas.microsoft.com/office/powerpoint/2022/03/main">
          <p223:rxn type="👍">
            <p223:instance time="2025-09-01T10:29:54.212" authorId="{97E60CFF-F99B-FE24-8A42-305DDDA8284E}"/>
          </p223:rxn>
        </p223:reactions>
      </p:ext>
    </p188:extLst>
  </p188:cm>
  <p188:cm id="{BEE09094-63B2-CB42-AED2-A496CCC8E1EA}" authorId="{D7C4EEE7-6309-A02E-141A-58CA6B953C38}" created="2025-08-28T14:40:40.532">
    <ac:txMkLst xmlns:ac="http://schemas.microsoft.com/office/drawing/2013/main/command">
      <pc:docMk xmlns:pc="http://schemas.microsoft.com/office/powerpoint/2013/main/command"/>
      <pc:sldMk xmlns:pc="http://schemas.microsoft.com/office/powerpoint/2013/main/command" cId="0" sldId="256"/>
      <ac:graphicFrameMk id="4" creationId="{A7FF4853-E98B-D78A-650B-265A1E2A98CD}"/>
      <ac:tblMk/>
      <ac:tcMk rowId="3658411282" colId="517690408"/>
      <ac:txMk cp="0" len="12">
        <ac:context len="13" hash="3171043176"/>
      </ac:txMk>
    </ac:txMkLst>
    <p188:pos x="9211717" y="2267846"/>
    <p188:txBody>
      <a:bodyPr/>
      <a:lstStyle/>
      <a:p>
        <a:r>
          <a:rPr lang="en-US"/>
          <a:t>add commas to number</a:t>
        </a:r>
      </a:p>
    </p188:txBody>
    <p188:extLst>
      <p:ext xmlns:p="http://schemas.openxmlformats.org/presentationml/2006/main" uri="{57CB4572-C831-44C2-8A1C-0ADB6CCDFE69}">
        <p223:reactions xmlns:p223="http://schemas.microsoft.com/office/powerpoint/2022/03/main">
          <p223:rxn type="👍">
            <p223:instance time="2025-09-01T10:29:56.039" authorId="{97E60CFF-F99B-FE24-8A42-305DDDA8284E}"/>
          </p223:rxn>
        </p223:reactions>
      </p:ext>
    </p188:extLst>
  </p188:cm>
  <p188:cm id="{23FA5F02-AA6D-184A-ABDC-ADA83028B054}" authorId="{D7C4EEE7-6309-A02E-141A-58CA6B953C38}" created="2025-08-28T14:46:15.947">
    <ac:txMkLst xmlns:ac="http://schemas.microsoft.com/office/drawing/2013/main/command">
      <pc:docMk xmlns:pc="http://schemas.microsoft.com/office/powerpoint/2013/main/command"/>
      <pc:sldMk xmlns:pc="http://schemas.microsoft.com/office/powerpoint/2013/main/command" cId="0" sldId="256"/>
      <ac:spMk id="129" creationId="{00000000-0000-0000-0000-000000000000}"/>
      <ac:txMk cp="148">
        <ac:context len="552" hash="1489531522"/>
      </ac:txMk>
    </ac:txMkLst>
    <p188:pos x="21735293" y="1200626"/>
    <p188:replyLst>
      <p188:reply id="{FED5FFF3-8831-DD4E-A796-DC1A6B18109D}" authorId="{D7C4EEE7-6309-A02E-141A-58CA6B953C38}" created="2025-08-28T14:47:39.033">
        <p188:txBody>
          <a:bodyPr/>
          <a:lstStyle/>
          <a:p>
            <a:r>
              <a:rPr lang="en-US"/>
              <a:t>Also include "This work is partially supported by the National Science Foundation Graduate Research Fellowship Program under Grant No. DGE2140739. Any opinions, findings, and conclusions or recommendations expressed in this material are those of the authors and do not necessarily reflect the views of the National Science Foundation."</a:t>
            </a:r>
          </a:p>
        </p188:txBody>
      </p188:reply>
      <p188:reply id="{4EDA2E9B-620E-804B-831A-0FFE0D8B6165}" authorId="{D7C4EEE7-6309-A02E-141A-58CA6B953C38}" created="2025-08-28T14:47:48.192">
        <p188:txBody>
          <a:bodyPr/>
          <a:lstStyle/>
          <a:p>
            <a:r>
              <a:rPr lang="en-US"/>
              <a:t>You should also acknowledge SURA</a:t>
            </a:r>
          </a:p>
        </p188:txBody>
      </p188:reply>
    </p188:replyLst>
    <p188:txBody>
      <a:bodyPr/>
      <a:lstStyle/>
      <a:p>
        <a:r>
          <a:rPr lang="en-US"/>
          <a:t>grammar is kinda strange here. Maybe say "I thank ..." or "Thank you to [person] for ..."</a:t>
        </a:r>
      </a:p>
    </p188:txBody>
  </p188:cm>
  <p188:cm id="{479D6418-44AC-9541-9B62-B447842A40BB}" authorId="{D7C4EEE7-6309-A02E-141A-58CA6B953C38}" created="2025-08-28T14:49:33.425">
    <ac:deMkLst xmlns:ac="http://schemas.microsoft.com/office/drawing/2013/main/command">
      <pc:docMk xmlns:pc="http://schemas.microsoft.com/office/powerpoint/2013/main/command"/>
      <pc:sldMk xmlns:pc="http://schemas.microsoft.com/office/powerpoint/2013/main/command" cId="0" sldId="256"/>
      <ac:spMk id="6" creationId="{5DAE4C84-3941-69CD-56C0-17E714032880}"/>
    </ac:deMkLst>
    <p188:txBody>
      <a:bodyPr/>
      <a:lstStyle/>
      <a:p>
        <a:r>
          <a:rPr lang="en-US"/>
          <a:t>this box and the 4 below should be the same width</a:t>
        </a:r>
      </a:p>
    </p188:txBody>
    <p188:extLst>
      <p:ext xmlns:p="http://schemas.openxmlformats.org/presentationml/2006/main" uri="{57CB4572-C831-44C2-8A1C-0ADB6CCDFE69}">
        <p223:reactions xmlns:p223="http://schemas.microsoft.com/office/powerpoint/2022/03/main">
          <p223:rxn type="👍">
            <p223:instance time="2025-09-01T10:30:01.603" authorId="{97E60CFF-F99B-FE24-8A42-305DDDA8284E}"/>
          </p223:rxn>
        </p223:reactions>
      </p:ext>
    </p188:extLst>
  </p188:cm>
  <p188:cm id="{7DC45D20-53C2-FB47-8683-EB4030FE3B26}" authorId="{D7C4EEE7-6309-A02E-141A-58CA6B953C38}" created="2025-08-28T14:51:19.910">
    <ac:deMkLst xmlns:ac="http://schemas.microsoft.com/office/drawing/2013/main/command">
      <pc:docMk xmlns:pc="http://schemas.microsoft.com/office/powerpoint/2013/main/command"/>
      <pc:sldMk xmlns:pc="http://schemas.microsoft.com/office/powerpoint/2013/main/command" cId="0" sldId="256"/>
      <ac:spMk id="18" creationId="{E9587CA2-69AE-54C1-10F6-24AEE1FBA204}"/>
    </ac:deMkLst>
    <p188:txBody>
      <a:bodyPr/>
      <a:lstStyle/>
      <a:p>
        <a:r>
          <a:rPr lang="en-US"/>
          <a:t>Try to get this box and the modeling and testing box the same width as the other 5</a:t>
        </a:r>
      </a:p>
    </p188:txBody>
    <p188:extLst>
      <p:ext xmlns:p="http://schemas.openxmlformats.org/presentationml/2006/main" uri="{57CB4572-C831-44C2-8A1C-0ADB6CCDFE69}">
        <p223:reactions xmlns:p223="http://schemas.microsoft.com/office/powerpoint/2022/03/main">
          <p223:rxn type="👍">
            <p223:instance time="2025-09-01T11:06:35.579" authorId="{97E60CFF-F99B-FE24-8A42-305DDDA8284E}"/>
          </p223:rxn>
        </p223:reactions>
      </p:ext>
    </p188:extLst>
  </p188:cm>
  <p188:cm id="{B8E889E5-E13D-E743-8155-05A98650F888}" authorId="{D7C4EEE7-6309-A02E-141A-58CA6B953C38}" created="2025-08-28T14:51:40.404">
    <ac:txMkLst xmlns:ac="http://schemas.microsoft.com/office/drawing/2013/main/command">
      <pc:docMk xmlns:pc="http://schemas.microsoft.com/office/powerpoint/2013/main/command"/>
      <pc:sldMk xmlns:pc="http://schemas.microsoft.com/office/powerpoint/2013/main/command" cId="0" sldId="256"/>
      <ac:spMk id="87" creationId="{00000000-0000-0000-0000-000000000000}"/>
      <ac:txMk cp="0" len="12">
        <ac:context len="13" hash="3469331983"/>
      </ac:txMk>
    </ac:txMkLst>
    <p188:pos x="4654296" y="1354972"/>
    <p188:txBody>
      <a:bodyPr/>
      <a:lstStyle/>
      <a:p>
        <a:r>
          <a:rPr lang="en-US"/>
          <a:t>These titles should be the same font type as your text</a:t>
        </a:r>
      </a:p>
    </p188:txBody>
    <p188:extLst>
      <p:ext xmlns:p="http://schemas.openxmlformats.org/presentationml/2006/main" uri="{57CB4572-C831-44C2-8A1C-0ADB6CCDFE69}">
        <p223:reactions xmlns:p223="http://schemas.microsoft.com/office/powerpoint/2022/03/main">
          <p223:rxn type="👍">
            <p223:instance time="2025-09-01T10:30:13.691" authorId="{97E60CFF-F99B-FE24-8A42-305DDDA8284E}"/>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571721" y="685800"/>
            <a:ext cx="5715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2" name="Google Shape;82;p1:notes"/>
          <p:cNvSpPr>
            <a:spLocks noGrp="1" noRot="1" noChangeAspect="1"/>
          </p:cNvSpPr>
          <p:nvPr>
            <p:ph type="sldImg" idx="2"/>
          </p:nvPr>
        </p:nvSpPr>
        <p:spPr>
          <a:xfrm>
            <a:off x="571500" y="685800"/>
            <a:ext cx="5715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2743200" y="3591562"/>
            <a:ext cx="31089600" cy="7640100"/>
          </a:xfrm>
          <a:prstGeom prst="rect">
            <a:avLst/>
          </a:prstGeom>
          <a:noFill/>
          <a:ln>
            <a:noFill/>
          </a:ln>
        </p:spPr>
        <p:txBody>
          <a:bodyPr spcFirstLastPara="1" wrap="square" lIns="93600" tIns="46775" rIns="93600" bIns="46775" anchor="b" anchorCtr="0">
            <a:normAutofit/>
          </a:bodyPr>
          <a:lstStyle>
            <a:lvl1pPr lvl="0" algn="ctr">
              <a:lnSpc>
                <a:spcPct val="90000"/>
              </a:lnSpc>
              <a:spcBef>
                <a:spcPts val="0"/>
              </a:spcBef>
              <a:spcAft>
                <a:spcPts val="0"/>
              </a:spcAft>
              <a:buClr>
                <a:schemeClr val="dk1"/>
              </a:buClr>
              <a:buSzPts val="24571"/>
              <a:buFont typeface="Play"/>
              <a:buNone/>
              <a:defRPr sz="24571"/>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13" name="Google Shape;13;p3"/>
          <p:cNvSpPr txBox="1">
            <a:spLocks noGrp="1"/>
          </p:cNvSpPr>
          <p:nvPr>
            <p:ph type="subTitle" idx="1"/>
          </p:nvPr>
        </p:nvSpPr>
        <p:spPr>
          <a:xfrm>
            <a:off x="4572000" y="11526522"/>
            <a:ext cx="27432000" cy="5298600"/>
          </a:xfrm>
          <a:prstGeom prst="rect">
            <a:avLst/>
          </a:prstGeom>
          <a:noFill/>
          <a:ln>
            <a:noFill/>
          </a:ln>
        </p:spPr>
        <p:txBody>
          <a:bodyPr spcFirstLastPara="1" wrap="square" lIns="93600" tIns="46775" rIns="93600" bIns="46775" anchor="t" anchorCtr="0">
            <a:normAutofit/>
          </a:bodyPr>
          <a:lstStyle>
            <a:lvl1pPr lvl="0" algn="ctr">
              <a:lnSpc>
                <a:spcPct val="90000"/>
              </a:lnSpc>
              <a:spcBef>
                <a:spcPts val="4095"/>
              </a:spcBef>
              <a:spcAft>
                <a:spcPts val="0"/>
              </a:spcAft>
              <a:buClr>
                <a:schemeClr val="dk1"/>
              </a:buClr>
              <a:buSzPts val="9829"/>
              <a:buNone/>
              <a:defRPr sz="9828"/>
            </a:lvl1pPr>
            <a:lvl2pPr lvl="1" algn="ctr">
              <a:lnSpc>
                <a:spcPct val="90000"/>
              </a:lnSpc>
              <a:spcBef>
                <a:spcPts val="2048"/>
              </a:spcBef>
              <a:spcAft>
                <a:spcPts val="0"/>
              </a:spcAft>
              <a:buClr>
                <a:schemeClr val="dk1"/>
              </a:buClr>
              <a:buSzPts val="8190"/>
              <a:buNone/>
              <a:defRPr sz="8190"/>
            </a:lvl2pPr>
            <a:lvl3pPr lvl="2" algn="ctr">
              <a:lnSpc>
                <a:spcPct val="90000"/>
              </a:lnSpc>
              <a:spcBef>
                <a:spcPts val="2048"/>
              </a:spcBef>
              <a:spcAft>
                <a:spcPts val="0"/>
              </a:spcAft>
              <a:buClr>
                <a:schemeClr val="dk1"/>
              </a:buClr>
              <a:buSzPts val="7371"/>
              <a:buNone/>
              <a:defRPr sz="7371"/>
            </a:lvl3pPr>
            <a:lvl4pPr lvl="3" algn="ctr">
              <a:lnSpc>
                <a:spcPct val="90000"/>
              </a:lnSpc>
              <a:spcBef>
                <a:spcPts val="2048"/>
              </a:spcBef>
              <a:spcAft>
                <a:spcPts val="0"/>
              </a:spcAft>
              <a:buClr>
                <a:schemeClr val="dk1"/>
              </a:buClr>
              <a:buSzPts val="6552"/>
              <a:buNone/>
              <a:defRPr sz="6552"/>
            </a:lvl4pPr>
            <a:lvl5pPr lvl="4" algn="ctr">
              <a:lnSpc>
                <a:spcPct val="90000"/>
              </a:lnSpc>
              <a:spcBef>
                <a:spcPts val="2048"/>
              </a:spcBef>
              <a:spcAft>
                <a:spcPts val="0"/>
              </a:spcAft>
              <a:buClr>
                <a:schemeClr val="dk1"/>
              </a:buClr>
              <a:buSzPts val="6552"/>
              <a:buNone/>
              <a:defRPr sz="6552"/>
            </a:lvl5pPr>
            <a:lvl6pPr lvl="5" algn="ctr">
              <a:lnSpc>
                <a:spcPct val="90000"/>
              </a:lnSpc>
              <a:spcBef>
                <a:spcPts val="2048"/>
              </a:spcBef>
              <a:spcAft>
                <a:spcPts val="0"/>
              </a:spcAft>
              <a:buClr>
                <a:schemeClr val="dk1"/>
              </a:buClr>
              <a:buSzPts val="6552"/>
              <a:buNone/>
              <a:defRPr sz="6552"/>
            </a:lvl6pPr>
            <a:lvl7pPr lvl="6" algn="ctr">
              <a:lnSpc>
                <a:spcPct val="90000"/>
              </a:lnSpc>
              <a:spcBef>
                <a:spcPts val="2048"/>
              </a:spcBef>
              <a:spcAft>
                <a:spcPts val="0"/>
              </a:spcAft>
              <a:buClr>
                <a:schemeClr val="dk1"/>
              </a:buClr>
              <a:buSzPts val="6552"/>
              <a:buNone/>
              <a:defRPr sz="6552"/>
            </a:lvl7pPr>
            <a:lvl8pPr lvl="7" algn="ctr">
              <a:lnSpc>
                <a:spcPct val="90000"/>
              </a:lnSpc>
              <a:spcBef>
                <a:spcPts val="2048"/>
              </a:spcBef>
              <a:spcAft>
                <a:spcPts val="0"/>
              </a:spcAft>
              <a:buClr>
                <a:schemeClr val="dk1"/>
              </a:buClr>
              <a:buSzPts val="6552"/>
              <a:buNone/>
              <a:defRPr sz="6552"/>
            </a:lvl8pPr>
            <a:lvl9pPr lvl="8" algn="ctr">
              <a:lnSpc>
                <a:spcPct val="90000"/>
              </a:lnSpc>
              <a:spcBef>
                <a:spcPts val="2048"/>
              </a:spcBef>
              <a:spcAft>
                <a:spcPts val="0"/>
              </a:spcAft>
              <a:buClr>
                <a:schemeClr val="dk1"/>
              </a:buClr>
              <a:buSzPts val="6552"/>
              <a:buNone/>
              <a:defRPr sz="6552"/>
            </a:lvl9pPr>
          </a:lstStyle>
          <a:p>
            <a:endParaRPr/>
          </a:p>
        </p:txBody>
      </p:sp>
      <p:sp>
        <p:nvSpPr>
          <p:cNvPr id="14" name="Google Shape;14;p3"/>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15" name="Google Shape;15;p3"/>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16" name="Google Shape;16;p3"/>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2514600" y="1168405"/>
            <a:ext cx="31546800" cy="4241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19" name="Google Shape;19;p4"/>
          <p:cNvSpPr txBox="1">
            <a:spLocks noGrp="1"/>
          </p:cNvSpPr>
          <p:nvPr>
            <p:ph type="body" idx="1"/>
          </p:nvPr>
        </p:nvSpPr>
        <p:spPr>
          <a:xfrm>
            <a:off x="2514600" y="5842000"/>
            <a:ext cx="31546800" cy="139242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20" name="Google Shape;20;p4"/>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21" name="Google Shape;21;p4"/>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22" name="Google Shape;22;p4"/>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2495552" y="5471166"/>
            <a:ext cx="31546800" cy="9129000"/>
          </a:xfrm>
          <a:prstGeom prst="rect">
            <a:avLst/>
          </a:prstGeom>
          <a:noFill/>
          <a:ln>
            <a:noFill/>
          </a:ln>
        </p:spPr>
        <p:txBody>
          <a:bodyPr spcFirstLastPara="1" wrap="square" lIns="93600" tIns="46775" rIns="93600" bIns="46775" anchor="b" anchorCtr="0">
            <a:normAutofit/>
          </a:bodyPr>
          <a:lstStyle>
            <a:lvl1pPr lvl="0" algn="l">
              <a:lnSpc>
                <a:spcPct val="90000"/>
              </a:lnSpc>
              <a:spcBef>
                <a:spcPts val="0"/>
              </a:spcBef>
              <a:spcAft>
                <a:spcPts val="0"/>
              </a:spcAft>
              <a:buClr>
                <a:schemeClr val="dk1"/>
              </a:buClr>
              <a:buSzPts val="24571"/>
              <a:buFont typeface="Play"/>
              <a:buNone/>
              <a:defRPr sz="24571"/>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25" name="Google Shape;25;p5"/>
          <p:cNvSpPr txBox="1">
            <a:spLocks noGrp="1"/>
          </p:cNvSpPr>
          <p:nvPr>
            <p:ph type="body" idx="1"/>
          </p:nvPr>
        </p:nvSpPr>
        <p:spPr>
          <a:xfrm>
            <a:off x="2495552" y="14686286"/>
            <a:ext cx="31546800" cy="4800600"/>
          </a:xfrm>
          <a:prstGeom prst="rect">
            <a:avLst/>
          </a:prstGeom>
          <a:noFill/>
          <a:ln>
            <a:noFill/>
          </a:ln>
        </p:spPr>
        <p:txBody>
          <a:bodyPr spcFirstLastPara="1" wrap="square" lIns="93600" tIns="46775" rIns="93600" bIns="46775" anchor="t" anchorCtr="0">
            <a:normAutofit/>
          </a:bodyPr>
          <a:lstStyle>
            <a:lvl1pPr marL="457200" lvl="0" indent="-228600" algn="l">
              <a:lnSpc>
                <a:spcPct val="90000"/>
              </a:lnSpc>
              <a:spcBef>
                <a:spcPts val="4095"/>
              </a:spcBef>
              <a:spcAft>
                <a:spcPts val="0"/>
              </a:spcAft>
              <a:buClr>
                <a:srgbClr val="757575"/>
              </a:buClr>
              <a:buSzPts val="9829"/>
              <a:buNone/>
              <a:defRPr sz="9828">
                <a:solidFill>
                  <a:srgbClr val="757575"/>
                </a:solidFill>
              </a:defRPr>
            </a:lvl1pPr>
            <a:lvl2pPr marL="914400" lvl="1" indent="-228600" algn="l">
              <a:lnSpc>
                <a:spcPct val="90000"/>
              </a:lnSpc>
              <a:spcBef>
                <a:spcPts val="2048"/>
              </a:spcBef>
              <a:spcAft>
                <a:spcPts val="0"/>
              </a:spcAft>
              <a:buClr>
                <a:srgbClr val="757575"/>
              </a:buClr>
              <a:buSzPts val="8190"/>
              <a:buNone/>
              <a:defRPr sz="8190">
                <a:solidFill>
                  <a:srgbClr val="757575"/>
                </a:solidFill>
              </a:defRPr>
            </a:lvl2pPr>
            <a:lvl3pPr marL="1371600" lvl="2" indent="-228600" algn="l">
              <a:lnSpc>
                <a:spcPct val="90000"/>
              </a:lnSpc>
              <a:spcBef>
                <a:spcPts val="2048"/>
              </a:spcBef>
              <a:spcAft>
                <a:spcPts val="0"/>
              </a:spcAft>
              <a:buClr>
                <a:srgbClr val="757575"/>
              </a:buClr>
              <a:buSzPts val="7371"/>
              <a:buNone/>
              <a:defRPr sz="7371">
                <a:solidFill>
                  <a:srgbClr val="757575"/>
                </a:solidFill>
              </a:defRPr>
            </a:lvl3pPr>
            <a:lvl4pPr marL="1828800" lvl="3" indent="-228600" algn="l">
              <a:lnSpc>
                <a:spcPct val="90000"/>
              </a:lnSpc>
              <a:spcBef>
                <a:spcPts val="2048"/>
              </a:spcBef>
              <a:spcAft>
                <a:spcPts val="0"/>
              </a:spcAft>
              <a:buClr>
                <a:srgbClr val="757575"/>
              </a:buClr>
              <a:buSzPts val="6552"/>
              <a:buNone/>
              <a:defRPr sz="6552">
                <a:solidFill>
                  <a:srgbClr val="757575"/>
                </a:solidFill>
              </a:defRPr>
            </a:lvl4pPr>
            <a:lvl5pPr marL="2286000" lvl="4" indent="-228600" algn="l">
              <a:lnSpc>
                <a:spcPct val="90000"/>
              </a:lnSpc>
              <a:spcBef>
                <a:spcPts val="2048"/>
              </a:spcBef>
              <a:spcAft>
                <a:spcPts val="0"/>
              </a:spcAft>
              <a:buClr>
                <a:srgbClr val="757575"/>
              </a:buClr>
              <a:buSzPts val="6552"/>
              <a:buNone/>
              <a:defRPr sz="6552">
                <a:solidFill>
                  <a:srgbClr val="757575"/>
                </a:solidFill>
              </a:defRPr>
            </a:lvl5pPr>
            <a:lvl6pPr marL="2743200" lvl="5" indent="-228600" algn="l">
              <a:lnSpc>
                <a:spcPct val="90000"/>
              </a:lnSpc>
              <a:spcBef>
                <a:spcPts val="2048"/>
              </a:spcBef>
              <a:spcAft>
                <a:spcPts val="0"/>
              </a:spcAft>
              <a:buClr>
                <a:srgbClr val="757575"/>
              </a:buClr>
              <a:buSzPts val="6552"/>
              <a:buNone/>
              <a:defRPr sz="6552">
                <a:solidFill>
                  <a:srgbClr val="757575"/>
                </a:solidFill>
              </a:defRPr>
            </a:lvl6pPr>
            <a:lvl7pPr marL="3200400" lvl="6" indent="-228600" algn="l">
              <a:lnSpc>
                <a:spcPct val="90000"/>
              </a:lnSpc>
              <a:spcBef>
                <a:spcPts val="2048"/>
              </a:spcBef>
              <a:spcAft>
                <a:spcPts val="0"/>
              </a:spcAft>
              <a:buClr>
                <a:srgbClr val="757575"/>
              </a:buClr>
              <a:buSzPts val="6552"/>
              <a:buNone/>
              <a:defRPr sz="6552">
                <a:solidFill>
                  <a:srgbClr val="757575"/>
                </a:solidFill>
              </a:defRPr>
            </a:lvl7pPr>
            <a:lvl8pPr marL="3657600" lvl="7" indent="-228600" algn="l">
              <a:lnSpc>
                <a:spcPct val="90000"/>
              </a:lnSpc>
              <a:spcBef>
                <a:spcPts val="2048"/>
              </a:spcBef>
              <a:spcAft>
                <a:spcPts val="0"/>
              </a:spcAft>
              <a:buClr>
                <a:srgbClr val="757575"/>
              </a:buClr>
              <a:buSzPts val="6552"/>
              <a:buNone/>
              <a:defRPr sz="6552">
                <a:solidFill>
                  <a:srgbClr val="757575"/>
                </a:solidFill>
              </a:defRPr>
            </a:lvl8pPr>
            <a:lvl9pPr marL="4114800" lvl="8" indent="-228600" algn="l">
              <a:lnSpc>
                <a:spcPct val="90000"/>
              </a:lnSpc>
              <a:spcBef>
                <a:spcPts val="2048"/>
              </a:spcBef>
              <a:spcAft>
                <a:spcPts val="0"/>
              </a:spcAft>
              <a:buClr>
                <a:srgbClr val="757575"/>
              </a:buClr>
              <a:buSzPts val="6552"/>
              <a:buNone/>
              <a:defRPr sz="6552">
                <a:solidFill>
                  <a:srgbClr val="757575"/>
                </a:solidFill>
              </a:defRPr>
            </a:lvl9pPr>
          </a:lstStyle>
          <a:p>
            <a:endParaRPr/>
          </a:p>
        </p:txBody>
      </p:sp>
      <p:sp>
        <p:nvSpPr>
          <p:cNvPr id="26" name="Google Shape;26;p5"/>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27" name="Google Shape;27;p5"/>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28" name="Google Shape;28;p5"/>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2514600" y="1168405"/>
            <a:ext cx="31546800" cy="4241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31" name="Google Shape;31;p6"/>
          <p:cNvSpPr txBox="1">
            <a:spLocks noGrp="1"/>
          </p:cNvSpPr>
          <p:nvPr>
            <p:ph type="body" idx="1"/>
          </p:nvPr>
        </p:nvSpPr>
        <p:spPr>
          <a:xfrm>
            <a:off x="2514600" y="5842000"/>
            <a:ext cx="15544800" cy="139242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32" name="Google Shape;32;p6"/>
          <p:cNvSpPr txBox="1">
            <a:spLocks noGrp="1"/>
          </p:cNvSpPr>
          <p:nvPr>
            <p:ph type="body" idx="2"/>
          </p:nvPr>
        </p:nvSpPr>
        <p:spPr>
          <a:xfrm>
            <a:off x="18516600" y="5842000"/>
            <a:ext cx="15544800" cy="139242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33" name="Google Shape;33;p6"/>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34" name="Google Shape;34;p6"/>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35" name="Google Shape;35;p6"/>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2519364" y="1168405"/>
            <a:ext cx="31546800" cy="4241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38" name="Google Shape;38;p7"/>
          <p:cNvSpPr txBox="1">
            <a:spLocks noGrp="1"/>
          </p:cNvSpPr>
          <p:nvPr>
            <p:ph type="body" idx="1"/>
          </p:nvPr>
        </p:nvSpPr>
        <p:spPr>
          <a:xfrm>
            <a:off x="2519368" y="5379722"/>
            <a:ext cx="15473400" cy="2636700"/>
          </a:xfrm>
          <a:prstGeom prst="rect">
            <a:avLst/>
          </a:prstGeom>
          <a:noFill/>
          <a:ln>
            <a:noFill/>
          </a:ln>
        </p:spPr>
        <p:txBody>
          <a:bodyPr spcFirstLastPara="1" wrap="square" lIns="93600" tIns="46775" rIns="93600" bIns="46775" anchor="b" anchorCtr="0">
            <a:normAutofit/>
          </a:bodyPr>
          <a:lstStyle>
            <a:lvl1pPr marL="457200" lvl="0" indent="-228600" algn="l">
              <a:lnSpc>
                <a:spcPct val="90000"/>
              </a:lnSpc>
              <a:spcBef>
                <a:spcPts val="4095"/>
              </a:spcBef>
              <a:spcAft>
                <a:spcPts val="0"/>
              </a:spcAft>
              <a:buClr>
                <a:schemeClr val="dk1"/>
              </a:buClr>
              <a:buSzPts val="9829"/>
              <a:buNone/>
              <a:defRPr sz="9828" b="1"/>
            </a:lvl1pPr>
            <a:lvl2pPr marL="914400" lvl="1" indent="-228600" algn="l">
              <a:lnSpc>
                <a:spcPct val="90000"/>
              </a:lnSpc>
              <a:spcBef>
                <a:spcPts val="2048"/>
              </a:spcBef>
              <a:spcAft>
                <a:spcPts val="0"/>
              </a:spcAft>
              <a:buClr>
                <a:schemeClr val="dk1"/>
              </a:buClr>
              <a:buSzPts val="8190"/>
              <a:buNone/>
              <a:defRPr sz="8190" b="1"/>
            </a:lvl2pPr>
            <a:lvl3pPr marL="1371600" lvl="2" indent="-228600" algn="l">
              <a:lnSpc>
                <a:spcPct val="90000"/>
              </a:lnSpc>
              <a:spcBef>
                <a:spcPts val="2048"/>
              </a:spcBef>
              <a:spcAft>
                <a:spcPts val="0"/>
              </a:spcAft>
              <a:buClr>
                <a:schemeClr val="dk1"/>
              </a:buClr>
              <a:buSzPts val="7371"/>
              <a:buNone/>
              <a:defRPr sz="7371" b="1"/>
            </a:lvl3pPr>
            <a:lvl4pPr marL="1828800" lvl="3" indent="-228600" algn="l">
              <a:lnSpc>
                <a:spcPct val="90000"/>
              </a:lnSpc>
              <a:spcBef>
                <a:spcPts val="2048"/>
              </a:spcBef>
              <a:spcAft>
                <a:spcPts val="0"/>
              </a:spcAft>
              <a:buClr>
                <a:schemeClr val="dk1"/>
              </a:buClr>
              <a:buSzPts val="6552"/>
              <a:buNone/>
              <a:defRPr sz="6552" b="1"/>
            </a:lvl4pPr>
            <a:lvl5pPr marL="2286000" lvl="4" indent="-228600" algn="l">
              <a:lnSpc>
                <a:spcPct val="90000"/>
              </a:lnSpc>
              <a:spcBef>
                <a:spcPts val="2048"/>
              </a:spcBef>
              <a:spcAft>
                <a:spcPts val="0"/>
              </a:spcAft>
              <a:buClr>
                <a:schemeClr val="dk1"/>
              </a:buClr>
              <a:buSzPts val="6552"/>
              <a:buNone/>
              <a:defRPr sz="6552" b="1"/>
            </a:lvl5pPr>
            <a:lvl6pPr marL="2743200" lvl="5" indent="-228600" algn="l">
              <a:lnSpc>
                <a:spcPct val="90000"/>
              </a:lnSpc>
              <a:spcBef>
                <a:spcPts val="2048"/>
              </a:spcBef>
              <a:spcAft>
                <a:spcPts val="0"/>
              </a:spcAft>
              <a:buClr>
                <a:schemeClr val="dk1"/>
              </a:buClr>
              <a:buSzPts val="6552"/>
              <a:buNone/>
              <a:defRPr sz="6552" b="1"/>
            </a:lvl6pPr>
            <a:lvl7pPr marL="3200400" lvl="6" indent="-228600" algn="l">
              <a:lnSpc>
                <a:spcPct val="90000"/>
              </a:lnSpc>
              <a:spcBef>
                <a:spcPts val="2048"/>
              </a:spcBef>
              <a:spcAft>
                <a:spcPts val="0"/>
              </a:spcAft>
              <a:buClr>
                <a:schemeClr val="dk1"/>
              </a:buClr>
              <a:buSzPts val="6552"/>
              <a:buNone/>
              <a:defRPr sz="6552" b="1"/>
            </a:lvl7pPr>
            <a:lvl8pPr marL="3657600" lvl="7" indent="-228600" algn="l">
              <a:lnSpc>
                <a:spcPct val="90000"/>
              </a:lnSpc>
              <a:spcBef>
                <a:spcPts val="2048"/>
              </a:spcBef>
              <a:spcAft>
                <a:spcPts val="0"/>
              </a:spcAft>
              <a:buClr>
                <a:schemeClr val="dk1"/>
              </a:buClr>
              <a:buSzPts val="6552"/>
              <a:buNone/>
              <a:defRPr sz="6552" b="1"/>
            </a:lvl8pPr>
            <a:lvl9pPr marL="4114800" lvl="8" indent="-228600" algn="l">
              <a:lnSpc>
                <a:spcPct val="90000"/>
              </a:lnSpc>
              <a:spcBef>
                <a:spcPts val="2048"/>
              </a:spcBef>
              <a:spcAft>
                <a:spcPts val="0"/>
              </a:spcAft>
              <a:buClr>
                <a:schemeClr val="dk1"/>
              </a:buClr>
              <a:buSzPts val="6552"/>
              <a:buNone/>
              <a:defRPr sz="6552" b="1"/>
            </a:lvl9pPr>
          </a:lstStyle>
          <a:p>
            <a:endParaRPr/>
          </a:p>
        </p:txBody>
      </p:sp>
      <p:sp>
        <p:nvSpPr>
          <p:cNvPr id="39" name="Google Shape;39;p7"/>
          <p:cNvSpPr txBox="1">
            <a:spLocks noGrp="1"/>
          </p:cNvSpPr>
          <p:nvPr>
            <p:ph type="body" idx="2"/>
          </p:nvPr>
        </p:nvSpPr>
        <p:spPr>
          <a:xfrm>
            <a:off x="2519368" y="8016240"/>
            <a:ext cx="15473400" cy="117909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40" name="Google Shape;40;p7"/>
          <p:cNvSpPr txBox="1">
            <a:spLocks noGrp="1"/>
          </p:cNvSpPr>
          <p:nvPr>
            <p:ph type="body" idx="3"/>
          </p:nvPr>
        </p:nvSpPr>
        <p:spPr>
          <a:xfrm>
            <a:off x="18516602" y="5379722"/>
            <a:ext cx="15549600" cy="2636700"/>
          </a:xfrm>
          <a:prstGeom prst="rect">
            <a:avLst/>
          </a:prstGeom>
          <a:noFill/>
          <a:ln>
            <a:noFill/>
          </a:ln>
        </p:spPr>
        <p:txBody>
          <a:bodyPr spcFirstLastPara="1" wrap="square" lIns="93600" tIns="46775" rIns="93600" bIns="46775" anchor="b" anchorCtr="0">
            <a:normAutofit/>
          </a:bodyPr>
          <a:lstStyle>
            <a:lvl1pPr marL="457200" lvl="0" indent="-228600" algn="l">
              <a:lnSpc>
                <a:spcPct val="90000"/>
              </a:lnSpc>
              <a:spcBef>
                <a:spcPts val="4095"/>
              </a:spcBef>
              <a:spcAft>
                <a:spcPts val="0"/>
              </a:spcAft>
              <a:buClr>
                <a:schemeClr val="dk1"/>
              </a:buClr>
              <a:buSzPts val="9829"/>
              <a:buNone/>
              <a:defRPr sz="9828" b="1"/>
            </a:lvl1pPr>
            <a:lvl2pPr marL="914400" lvl="1" indent="-228600" algn="l">
              <a:lnSpc>
                <a:spcPct val="90000"/>
              </a:lnSpc>
              <a:spcBef>
                <a:spcPts val="2048"/>
              </a:spcBef>
              <a:spcAft>
                <a:spcPts val="0"/>
              </a:spcAft>
              <a:buClr>
                <a:schemeClr val="dk1"/>
              </a:buClr>
              <a:buSzPts val="8190"/>
              <a:buNone/>
              <a:defRPr sz="8190" b="1"/>
            </a:lvl2pPr>
            <a:lvl3pPr marL="1371600" lvl="2" indent="-228600" algn="l">
              <a:lnSpc>
                <a:spcPct val="90000"/>
              </a:lnSpc>
              <a:spcBef>
                <a:spcPts val="2048"/>
              </a:spcBef>
              <a:spcAft>
                <a:spcPts val="0"/>
              </a:spcAft>
              <a:buClr>
                <a:schemeClr val="dk1"/>
              </a:buClr>
              <a:buSzPts val="7371"/>
              <a:buNone/>
              <a:defRPr sz="7371" b="1"/>
            </a:lvl3pPr>
            <a:lvl4pPr marL="1828800" lvl="3" indent="-228600" algn="l">
              <a:lnSpc>
                <a:spcPct val="90000"/>
              </a:lnSpc>
              <a:spcBef>
                <a:spcPts val="2048"/>
              </a:spcBef>
              <a:spcAft>
                <a:spcPts val="0"/>
              </a:spcAft>
              <a:buClr>
                <a:schemeClr val="dk1"/>
              </a:buClr>
              <a:buSzPts val="6552"/>
              <a:buNone/>
              <a:defRPr sz="6552" b="1"/>
            </a:lvl4pPr>
            <a:lvl5pPr marL="2286000" lvl="4" indent="-228600" algn="l">
              <a:lnSpc>
                <a:spcPct val="90000"/>
              </a:lnSpc>
              <a:spcBef>
                <a:spcPts val="2048"/>
              </a:spcBef>
              <a:spcAft>
                <a:spcPts val="0"/>
              </a:spcAft>
              <a:buClr>
                <a:schemeClr val="dk1"/>
              </a:buClr>
              <a:buSzPts val="6552"/>
              <a:buNone/>
              <a:defRPr sz="6552" b="1"/>
            </a:lvl5pPr>
            <a:lvl6pPr marL="2743200" lvl="5" indent="-228600" algn="l">
              <a:lnSpc>
                <a:spcPct val="90000"/>
              </a:lnSpc>
              <a:spcBef>
                <a:spcPts val="2048"/>
              </a:spcBef>
              <a:spcAft>
                <a:spcPts val="0"/>
              </a:spcAft>
              <a:buClr>
                <a:schemeClr val="dk1"/>
              </a:buClr>
              <a:buSzPts val="6552"/>
              <a:buNone/>
              <a:defRPr sz="6552" b="1"/>
            </a:lvl6pPr>
            <a:lvl7pPr marL="3200400" lvl="6" indent="-228600" algn="l">
              <a:lnSpc>
                <a:spcPct val="90000"/>
              </a:lnSpc>
              <a:spcBef>
                <a:spcPts val="2048"/>
              </a:spcBef>
              <a:spcAft>
                <a:spcPts val="0"/>
              </a:spcAft>
              <a:buClr>
                <a:schemeClr val="dk1"/>
              </a:buClr>
              <a:buSzPts val="6552"/>
              <a:buNone/>
              <a:defRPr sz="6552" b="1"/>
            </a:lvl7pPr>
            <a:lvl8pPr marL="3657600" lvl="7" indent="-228600" algn="l">
              <a:lnSpc>
                <a:spcPct val="90000"/>
              </a:lnSpc>
              <a:spcBef>
                <a:spcPts val="2048"/>
              </a:spcBef>
              <a:spcAft>
                <a:spcPts val="0"/>
              </a:spcAft>
              <a:buClr>
                <a:schemeClr val="dk1"/>
              </a:buClr>
              <a:buSzPts val="6552"/>
              <a:buNone/>
              <a:defRPr sz="6552" b="1"/>
            </a:lvl8pPr>
            <a:lvl9pPr marL="4114800" lvl="8" indent="-228600" algn="l">
              <a:lnSpc>
                <a:spcPct val="90000"/>
              </a:lnSpc>
              <a:spcBef>
                <a:spcPts val="2048"/>
              </a:spcBef>
              <a:spcAft>
                <a:spcPts val="0"/>
              </a:spcAft>
              <a:buClr>
                <a:schemeClr val="dk1"/>
              </a:buClr>
              <a:buSzPts val="6552"/>
              <a:buNone/>
              <a:defRPr sz="6552" b="1"/>
            </a:lvl9pPr>
          </a:lstStyle>
          <a:p>
            <a:endParaRPr/>
          </a:p>
        </p:txBody>
      </p:sp>
      <p:sp>
        <p:nvSpPr>
          <p:cNvPr id="41" name="Google Shape;41;p7"/>
          <p:cNvSpPr txBox="1">
            <a:spLocks noGrp="1"/>
          </p:cNvSpPr>
          <p:nvPr>
            <p:ph type="body" idx="4"/>
          </p:nvPr>
        </p:nvSpPr>
        <p:spPr>
          <a:xfrm>
            <a:off x="18516602" y="8016240"/>
            <a:ext cx="15549600" cy="117909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42" name="Google Shape;42;p7"/>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43" name="Google Shape;43;p7"/>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44" name="Google Shape;44;p7"/>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514600" y="1168405"/>
            <a:ext cx="31546800" cy="4241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47" name="Google Shape;47;p8"/>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48" name="Google Shape;48;p8"/>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49" name="Google Shape;49;p8"/>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52" name="Google Shape;52;p9"/>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53" name="Google Shape;53;p9"/>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2519364" y="1463040"/>
            <a:ext cx="11796600" cy="5120700"/>
          </a:xfrm>
          <a:prstGeom prst="rect">
            <a:avLst/>
          </a:prstGeom>
          <a:noFill/>
          <a:ln>
            <a:noFill/>
          </a:ln>
        </p:spPr>
        <p:txBody>
          <a:bodyPr spcFirstLastPara="1" wrap="square" lIns="93600" tIns="46775" rIns="93600" bIns="46775" anchor="b" anchorCtr="0">
            <a:normAutofit/>
          </a:bodyPr>
          <a:lstStyle>
            <a:lvl1pPr lvl="0" algn="l">
              <a:lnSpc>
                <a:spcPct val="90000"/>
              </a:lnSpc>
              <a:spcBef>
                <a:spcPts val="0"/>
              </a:spcBef>
              <a:spcAft>
                <a:spcPts val="0"/>
              </a:spcAft>
              <a:buClr>
                <a:schemeClr val="dk1"/>
              </a:buClr>
              <a:buSzPts val="13105"/>
              <a:buFont typeface="Play"/>
              <a:buNone/>
              <a:defRPr sz="1310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56" name="Google Shape;56;p10"/>
          <p:cNvSpPr txBox="1">
            <a:spLocks noGrp="1"/>
          </p:cNvSpPr>
          <p:nvPr>
            <p:ph type="body" idx="1"/>
          </p:nvPr>
        </p:nvSpPr>
        <p:spPr>
          <a:xfrm>
            <a:off x="15549564" y="3159765"/>
            <a:ext cx="18516600" cy="15595800"/>
          </a:xfrm>
          <a:prstGeom prst="rect">
            <a:avLst/>
          </a:prstGeom>
          <a:noFill/>
          <a:ln>
            <a:noFill/>
          </a:ln>
        </p:spPr>
        <p:txBody>
          <a:bodyPr spcFirstLastPara="1" wrap="square" lIns="93600" tIns="46775" rIns="93600" bIns="46775" anchor="t" anchorCtr="0">
            <a:normAutofit/>
          </a:bodyPr>
          <a:lstStyle>
            <a:lvl1pPr marL="457200" lvl="0" indent="-1060752" algn="l">
              <a:lnSpc>
                <a:spcPct val="90000"/>
              </a:lnSpc>
              <a:spcBef>
                <a:spcPts val="4095"/>
              </a:spcBef>
              <a:spcAft>
                <a:spcPts val="0"/>
              </a:spcAft>
              <a:buClr>
                <a:schemeClr val="dk1"/>
              </a:buClr>
              <a:buSzPts val="13105"/>
              <a:buChar char="•"/>
              <a:defRPr sz="13104"/>
            </a:lvl1pPr>
            <a:lvl2pPr marL="914400" lvl="1" indent="-956733" algn="l">
              <a:lnSpc>
                <a:spcPct val="90000"/>
              </a:lnSpc>
              <a:spcBef>
                <a:spcPts val="2048"/>
              </a:spcBef>
              <a:spcAft>
                <a:spcPts val="0"/>
              </a:spcAft>
              <a:buClr>
                <a:schemeClr val="dk1"/>
              </a:buClr>
              <a:buSzPts val="11467"/>
              <a:buChar char="•"/>
              <a:defRPr sz="11466"/>
            </a:lvl2pPr>
            <a:lvl3pPr marL="1371600" lvl="2" indent="-852714" algn="l">
              <a:lnSpc>
                <a:spcPct val="90000"/>
              </a:lnSpc>
              <a:spcBef>
                <a:spcPts val="2048"/>
              </a:spcBef>
              <a:spcAft>
                <a:spcPts val="0"/>
              </a:spcAft>
              <a:buClr>
                <a:schemeClr val="dk1"/>
              </a:buClr>
              <a:buSzPts val="9829"/>
              <a:buChar char="•"/>
              <a:defRPr sz="9828"/>
            </a:lvl3pPr>
            <a:lvl4pPr marL="1828800" lvl="3" indent="-748695" algn="l">
              <a:lnSpc>
                <a:spcPct val="90000"/>
              </a:lnSpc>
              <a:spcBef>
                <a:spcPts val="2048"/>
              </a:spcBef>
              <a:spcAft>
                <a:spcPts val="0"/>
              </a:spcAft>
              <a:buClr>
                <a:schemeClr val="dk1"/>
              </a:buClr>
              <a:buSzPts val="8190"/>
              <a:buChar char="•"/>
              <a:defRPr sz="8190"/>
            </a:lvl4pPr>
            <a:lvl5pPr marL="2286000" lvl="4" indent="-748695" algn="l">
              <a:lnSpc>
                <a:spcPct val="90000"/>
              </a:lnSpc>
              <a:spcBef>
                <a:spcPts val="2048"/>
              </a:spcBef>
              <a:spcAft>
                <a:spcPts val="0"/>
              </a:spcAft>
              <a:buClr>
                <a:schemeClr val="dk1"/>
              </a:buClr>
              <a:buSzPts val="8190"/>
              <a:buChar char="•"/>
              <a:defRPr sz="8190"/>
            </a:lvl5pPr>
            <a:lvl6pPr marL="2743200" lvl="5" indent="-748695" algn="l">
              <a:lnSpc>
                <a:spcPct val="90000"/>
              </a:lnSpc>
              <a:spcBef>
                <a:spcPts val="2048"/>
              </a:spcBef>
              <a:spcAft>
                <a:spcPts val="0"/>
              </a:spcAft>
              <a:buClr>
                <a:schemeClr val="dk1"/>
              </a:buClr>
              <a:buSzPts val="8190"/>
              <a:buChar char="•"/>
              <a:defRPr sz="8190"/>
            </a:lvl6pPr>
            <a:lvl7pPr marL="3200400" lvl="6" indent="-748695" algn="l">
              <a:lnSpc>
                <a:spcPct val="90000"/>
              </a:lnSpc>
              <a:spcBef>
                <a:spcPts val="2048"/>
              </a:spcBef>
              <a:spcAft>
                <a:spcPts val="0"/>
              </a:spcAft>
              <a:buClr>
                <a:schemeClr val="dk1"/>
              </a:buClr>
              <a:buSzPts val="8190"/>
              <a:buChar char="•"/>
              <a:defRPr sz="8190"/>
            </a:lvl7pPr>
            <a:lvl8pPr marL="3657600" lvl="7" indent="-748695" algn="l">
              <a:lnSpc>
                <a:spcPct val="90000"/>
              </a:lnSpc>
              <a:spcBef>
                <a:spcPts val="2048"/>
              </a:spcBef>
              <a:spcAft>
                <a:spcPts val="0"/>
              </a:spcAft>
              <a:buClr>
                <a:schemeClr val="dk1"/>
              </a:buClr>
              <a:buSzPts val="8190"/>
              <a:buChar char="•"/>
              <a:defRPr sz="8190"/>
            </a:lvl8pPr>
            <a:lvl9pPr marL="4114800" lvl="8" indent="-748695" algn="l">
              <a:lnSpc>
                <a:spcPct val="90000"/>
              </a:lnSpc>
              <a:spcBef>
                <a:spcPts val="2048"/>
              </a:spcBef>
              <a:spcAft>
                <a:spcPts val="0"/>
              </a:spcAft>
              <a:buClr>
                <a:schemeClr val="dk1"/>
              </a:buClr>
              <a:buSzPts val="8190"/>
              <a:buChar char="•"/>
              <a:defRPr sz="8190"/>
            </a:lvl9pPr>
          </a:lstStyle>
          <a:p>
            <a:endParaRPr/>
          </a:p>
        </p:txBody>
      </p:sp>
      <p:sp>
        <p:nvSpPr>
          <p:cNvPr id="57" name="Google Shape;57;p10"/>
          <p:cNvSpPr txBox="1">
            <a:spLocks noGrp="1"/>
          </p:cNvSpPr>
          <p:nvPr>
            <p:ph type="body" idx="2"/>
          </p:nvPr>
        </p:nvSpPr>
        <p:spPr>
          <a:xfrm>
            <a:off x="2519364" y="6583680"/>
            <a:ext cx="11796600" cy="12197100"/>
          </a:xfrm>
          <a:prstGeom prst="rect">
            <a:avLst/>
          </a:prstGeom>
          <a:noFill/>
          <a:ln>
            <a:noFill/>
          </a:ln>
        </p:spPr>
        <p:txBody>
          <a:bodyPr spcFirstLastPara="1" wrap="square" lIns="93600" tIns="46775" rIns="93600" bIns="46775" anchor="t" anchorCtr="0">
            <a:normAutofit/>
          </a:bodyPr>
          <a:lstStyle>
            <a:lvl1pPr marL="457200" lvl="0" indent="-228600" algn="l">
              <a:lnSpc>
                <a:spcPct val="90000"/>
              </a:lnSpc>
              <a:spcBef>
                <a:spcPts val="4095"/>
              </a:spcBef>
              <a:spcAft>
                <a:spcPts val="0"/>
              </a:spcAft>
              <a:buClr>
                <a:schemeClr val="dk1"/>
              </a:buClr>
              <a:buSzPts val="6552"/>
              <a:buNone/>
              <a:defRPr sz="6552"/>
            </a:lvl1pPr>
            <a:lvl2pPr marL="914400" lvl="1" indent="-228600" algn="l">
              <a:lnSpc>
                <a:spcPct val="90000"/>
              </a:lnSpc>
              <a:spcBef>
                <a:spcPts val="2048"/>
              </a:spcBef>
              <a:spcAft>
                <a:spcPts val="0"/>
              </a:spcAft>
              <a:buClr>
                <a:schemeClr val="dk1"/>
              </a:buClr>
              <a:buSzPts val="5733"/>
              <a:buNone/>
              <a:defRPr sz="5733"/>
            </a:lvl2pPr>
            <a:lvl3pPr marL="1371600" lvl="2" indent="-228600" algn="l">
              <a:lnSpc>
                <a:spcPct val="90000"/>
              </a:lnSpc>
              <a:spcBef>
                <a:spcPts val="2048"/>
              </a:spcBef>
              <a:spcAft>
                <a:spcPts val="0"/>
              </a:spcAft>
              <a:buClr>
                <a:schemeClr val="dk1"/>
              </a:buClr>
              <a:buSzPts val="4914"/>
              <a:buNone/>
              <a:defRPr sz="4914"/>
            </a:lvl3pPr>
            <a:lvl4pPr marL="1828800" lvl="3" indent="-228600" algn="l">
              <a:lnSpc>
                <a:spcPct val="90000"/>
              </a:lnSpc>
              <a:spcBef>
                <a:spcPts val="2048"/>
              </a:spcBef>
              <a:spcAft>
                <a:spcPts val="0"/>
              </a:spcAft>
              <a:buClr>
                <a:schemeClr val="dk1"/>
              </a:buClr>
              <a:buSzPts val="4095"/>
              <a:buNone/>
              <a:defRPr sz="4095"/>
            </a:lvl4pPr>
            <a:lvl5pPr marL="2286000" lvl="4" indent="-228600" algn="l">
              <a:lnSpc>
                <a:spcPct val="90000"/>
              </a:lnSpc>
              <a:spcBef>
                <a:spcPts val="2048"/>
              </a:spcBef>
              <a:spcAft>
                <a:spcPts val="0"/>
              </a:spcAft>
              <a:buClr>
                <a:schemeClr val="dk1"/>
              </a:buClr>
              <a:buSzPts val="4095"/>
              <a:buNone/>
              <a:defRPr sz="4095"/>
            </a:lvl5pPr>
            <a:lvl6pPr marL="2743200" lvl="5" indent="-228600" algn="l">
              <a:lnSpc>
                <a:spcPct val="90000"/>
              </a:lnSpc>
              <a:spcBef>
                <a:spcPts val="2048"/>
              </a:spcBef>
              <a:spcAft>
                <a:spcPts val="0"/>
              </a:spcAft>
              <a:buClr>
                <a:schemeClr val="dk1"/>
              </a:buClr>
              <a:buSzPts val="4095"/>
              <a:buNone/>
              <a:defRPr sz="4095"/>
            </a:lvl6pPr>
            <a:lvl7pPr marL="3200400" lvl="6" indent="-228600" algn="l">
              <a:lnSpc>
                <a:spcPct val="90000"/>
              </a:lnSpc>
              <a:spcBef>
                <a:spcPts val="2048"/>
              </a:spcBef>
              <a:spcAft>
                <a:spcPts val="0"/>
              </a:spcAft>
              <a:buClr>
                <a:schemeClr val="dk1"/>
              </a:buClr>
              <a:buSzPts val="4095"/>
              <a:buNone/>
              <a:defRPr sz="4095"/>
            </a:lvl7pPr>
            <a:lvl8pPr marL="3657600" lvl="7" indent="-228600" algn="l">
              <a:lnSpc>
                <a:spcPct val="90000"/>
              </a:lnSpc>
              <a:spcBef>
                <a:spcPts val="2048"/>
              </a:spcBef>
              <a:spcAft>
                <a:spcPts val="0"/>
              </a:spcAft>
              <a:buClr>
                <a:schemeClr val="dk1"/>
              </a:buClr>
              <a:buSzPts val="4095"/>
              <a:buNone/>
              <a:defRPr sz="4095"/>
            </a:lvl8pPr>
            <a:lvl9pPr marL="4114800" lvl="8" indent="-228600" algn="l">
              <a:lnSpc>
                <a:spcPct val="90000"/>
              </a:lnSpc>
              <a:spcBef>
                <a:spcPts val="2048"/>
              </a:spcBef>
              <a:spcAft>
                <a:spcPts val="0"/>
              </a:spcAft>
              <a:buClr>
                <a:schemeClr val="dk1"/>
              </a:buClr>
              <a:buSzPts val="4095"/>
              <a:buNone/>
              <a:defRPr sz="4095"/>
            </a:lvl9pPr>
          </a:lstStyle>
          <a:p>
            <a:endParaRPr/>
          </a:p>
        </p:txBody>
      </p:sp>
      <p:sp>
        <p:nvSpPr>
          <p:cNvPr id="58" name="Google Shape;58;p10"/>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59" name="Google Shape;59;p10"/>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60" name="Google Shape;60;p10"/>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2519364" y="1463040"/>
            <a:ext cx="11796600" cy="5120700"/>
          </a:xfrm>
          <a:prstGeom prst="rect">
            <a:avLst/>
          </a:prstGeom>
          <a:noFill/>
          <a:ln>
            <a:noFill/>
          </a:ln>
        </p:spPr>
        <p:txBody>
          <a:bodyPr spcFirstLastPara="1" wrap="square" lIns="93600" tIns="46775" rIns="93600" bIns="46775" anchor="b" anchorCtr="0">
            <a:normAutofit/>
          </a:bodyPr>
          <a:lstStyle>
            <a:lvl1pPr lvl="0" algn="l">
              <a:lnSpc>
                <a:spcPct val="90000"/>
              </a:lnSpc>
              <a:spcBef>
                <a:spcPts val="0"/>
              </a:spcBef>
              <a:spcAft>
                <a:spcPts val="0"/>
              </a:spcAft>
              <a:buClr>
                <a:schemeClr val="dk1"/>
              </a:buClr>
              <a:buSzPts val="13105"/>
              <a:buFont typeface="Play"/>
              <a:buNone/>
              <a:defRPr sz="1310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63" name="Google Shape;63;p11"/>
          <p:cNvSpPr>
            <a:spLocks noGrp="1"/>
          </p:cNvSpPr>
          <p:nvPr>
            <p:ph type="pic" idx="2"/>
          </p:nvPr>
        </p:nvSpPr>
        <p:spPr>
          <a:xfrm>
            <a:off x="15549564" y="3159765"/>
            <a:ext cx="14813400" cy="14556000"/>
          </a:xfrm>
          <a:prstGeom prst="rect">
            <a:avLst/>
          </a:prstGeom>
          <a:noFill/>
          <a:ln>
            <a:noFill/>
          </a:ln>
        </p:spPr>
      </p:sp>
      <p:sp>
        <p:nvSpPr>
          <p:cNvPr id="64" name="Google Shape;64;p11"/>
          <p:cNvSpPr txBox="1">
            <a:spLocks noGrp="1"/>
          </p:cNvSpPr>
          <p:nvPr>
            <p:ph type="body" idx="1"/>
          </p:nvPr>
        </p:nvSpPr>
        <p:spPr>
          <a:xfrm>
            <a:off x="2519364" y="6583680"/>
            <a:ext cx="11796600" cy="12197100"/>
          </a:xfrm>
          <a:prstGeom prst="rect">
            <a:avLst/>
          </a:prstGeom>
          <a:noFill/>
          <a:ln>
            <a:noFill/>
          </a:ln>
        </p:spPr>
        <p:txBody>
          <a:bodyPr spcFirstLastPara="1" wrap="square" lIns="93600" tIns="46775" rIns="93600" bIns="46775" anchor="t" anchorCtr="0">
            <a:normAutofit/>
          </a:bodyPr>
          <a:lstStyle>
            <a:lvl1pPr marL="457200" lvl="0" indent="-228600" algn="l">
              <a:lnSpc>
                <a:spcPct val="90000"/>
              </a:lnSpc>
              <a:spcBef>
                <a:spcPts val="4095"/>
              </a:spcBef>
              <a:spcAft>
                <a:spcPts val="0"/>
              </a:spcAft>
              <a:buClr>
                <a:schemeClr val="dk1"/>
              </a:buClr>
              <a:buSzPts val="6552"/>
              <a:buNone/>
              <a:defRPr sz="6552"/>
            </a:lvl1pPr>
            <a:lvl2pPr marL="914400" lvl="1" indent="-228600" algn="l">
              <a:lnSpc>
                <a:spcPct val="90000"/>
              </a:lnSpc>
              <a:spcBef>
                <a:spcPts val="2048"/>
              </a:spcBef>
              <a:spcAft>
                <a:spcPts val="0"/>
              </a:spcAft>
              <a:buClr>
                <a:schemeClr val="dk1"/>
              </a:buClr>
              <a:buSzPts val="5733"/>
              <a:buNone/>
              <a:defRPr sz="5733"/>
            </a:lvl2pPr>
            <a:lvl3pPr marL="1371600" lvl="2" indent="-228600" algn="l">
              <a:lnSpc>
                <a:spcPct val="90000"/>
              </a:lnSpc>
              <a:spcBef>
                <a:spcPts val="2048"/>
              </a:spcBef>
              <a:spcAft>
                <a:spcPts val="0"/>
              </a:spcAft>
              <a:buClr>
                <a:schemeClr val="dk1"/>
              </a:buClr>
              <a:buSzPts val="4914"/>
              <a:buNone/>
              <a:defRPr sz="4914"/>
            </a:lvl3pPr>
            <a:lvl4pPr marL="1828800" lvl="3" indent="-228600" algn="l">
              <a:lnSpc>
                <a:spcPct val="90000"/>
              </a:lnSpc>
              <a:spcBef>
                <a:spcPts val="2048"/>
              </a:spcBef>
              <a:spcAft>
                <a:spcPts val="0"/>
              </a:spcAft>
              <a:buClr>
                <a:schemeClr val="dk1"/>
              </a:buClr>
              <a:buSzPts val="4095"/>
              <a:buNone/>
              <a:defRPr sz="4095"/>
            </a:lvl4pPr>
            <a:lvl5pPr marL="2286000" lvl="4" indent="-228600" algn="l">
              <a:lnSpc>
                <a:spcPct val="90000"/>
              </a:lnSpc>
              <a:spcBef>
                <a:spcPts val="2048"/>
              </a:spcBef>
              <a:spcAft>
                <a:spcPts val="0"/>
              </a:spcAft>
              <a:buClr>
                <a:schemeClr val="dk1"/>
              </a:buClr>
              <a:buSzPts val="4095"/>
              <a:buNone/>
              <a:defRPr sz="4095"/>
            </a:lvl5pPr>
            <a:lvl6pPr marL="2743200" lvl="5" indent="-228600" algn="l">
              <a:lnSpc>
                <a:spcPct val="90000"/>
              </a:lnSpc>
              <a:spcBef>
                <a:spcPts val="2048"/>
              </a:spcBef>
              <a:spcAft>
                <a:spcPts val="0"/>
              </a:spcAft>
              <a:buClr>
                <a:schemeClr val="dk1"/>
              </a:buClr>
              <a:buSzPts val="4095"/>
              <a:buNone/>
              <a:defRPr sz="4095"/>
            </a:lvl6pPr>
            <a:lvl7pPr marL="3200400" lvl="6" indent="-228600" algn="l">
              <a:lnSpc>
                <a:spcPct val="90000"/>
              </a:lnSpc>
              <a:spcBef>
                <a:spcPts val="2048"/>
              </a:spcBef>
              <a:spcAft>
                <a:spcPts val="0"/>
              </a:spcAft>
              <a:buClr>
                <a:schemeClr val="dk1"/>
              </a:buClr>
              <a:buSzPts val="4095"/>
              <a:buNone/>
              <a:defRPr sz="4095"/>
            </a:lvl7pPr>
            <a:lvl8pPr marL="3657600" lvl="7" indent="-228600" algn="l">
              <a:lnSpc>
                <a:spcPct val="90000"/>
              </a:lnSpc>
              <a:spcBef>
                <a:spcPts val="2048"/>
              </a:spcBef>
              <a:spcAft>
                <a:spcPts val="0"/>
              </a:spcAft>
              <a:buClr>
                <a:schemeClr val="dk1"/>
              </a:buClr>
              <a:buSzPts val="4095"/>
              <a:buNone/>
              <a:defRPr sz="4095"/>
            </a:lvl8pPr>
            <a:lvl9pPr marL="4114800" lvl="8" indent="-228600" algn="l">
              <a:lnSpc>
                <a:spcPct val="90000"/>
              </a:lnSpc>
              <a:spcBef>
                <a:spcPts val="2048"/>
              </a:spcBef>
              <a:spcAft>
                <a:spcPts val="0"/>
              </a:spcAft>
              <a:buClr>
                <a:schemeClr val="dk1"/>
              </a:buClr>
              <a:buSzPts val="4095"/>
              <a:buNone/>
              <a:defRPr sz="4095"/>
            </a:lvl9pPr>
          </a:lstStyle>
          <a:p>
            <a:endParaRPr/>
          </a:p>
        </p:txBody>
      </p:sp>
      <p:sp>
        <p:nvSpPr>
          <p:cNvPr id="65" name="Google Shape;65;p11"/>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66" name="Google Shape;66;p11"/>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67" name="Google Shape;67;p11"/>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2514600" y="1168405"/>
            <a:ext cx="31546800" cy="4241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70" name="Google Shape;70;p12"/>
          <p:cNvSpPr txBox="1">
            <a:spLocks noGrp="1"/>
          </p:cNvSpPr>
          <p:nvPr>
            <p:ph type="body" idx="1"/>
          </p:nvPr>
        </p:nvSpPr>
        <p:spPr>
          <a:xfrm rot="5400000">
            <a:off x="11325900" y="-2969300"/>
            <a:ext cx="13924200" cy="315468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71" name="Google Shape;71;p12"/>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72" name="Google Shape;72;p12"/>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73" name="Google Shape;73;p12"/>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0819102" y="6524000"/>
            <a:ext cx="18597900" cy="7886700"/>
          </a:xfrm>
          <a:prstGeom prst="rect">
            <a:avLst/>
          </a:prstGeom>
          <a:noFill/>
          <a:ln>
            <a:noFill/>
          </a:ln>
        </p:spPr>
        <p:txBody>
          <a:bodyPr spcFirstLastPara="1" wrap="square" lIns="93600" tIns="46775" rIns="93600" bIns="46775" anchor="ctr" anchorCtr="0">
            <a:normAutofit/>
          </a:bodyPr>
          <a:lstStyle>
            <a:lvl1pPr lvl="0" algn="l">
              <a:lnSpc>
                <a:spcPct val="90000"/>
              </a:lnSpc>
              <a:spcBef>
                <a:spcPts val="0"/>
              </a:spcBef>
              <a:spcAft>
                <a:spcPts val="0"/>
              </a:spcAft>
              <a:buClr>
                <a:schemeClr val="dk1"/>
              </a:buClr>
              <a:buSzPts val="1843"/>
              <a:buNone/>
              <a:defRPr sz="18019"/>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a:p>
        </p:txBody>
      </p:sp>
      <p:sp>
        <p:nvSpPr>
          <p:cNvPr id="76" name="Google Shape;76;p13"/>
          <p:cNvSpPr txBox="1">
            <a:spLocks noGrp="1"/>
          </p:cNvSpPr>
          <p:nvPr>
            <p:ph type="body" idx="1"/>
          </p:nvPr>
        </p:nvSpPr>
        <p:spPr>
          <a:xfrm rot="5400000">
            <a:off x="4817102" y="-1134100"/>
            <a:ext cx="18597900" cy="23202900"/>
          </a:xfrm>
          <a:prstGeom prst="rect">
            <a:avLst/>
          </a:prstGeom>
          <a:noFill/>
          <a:ln>
            <a:noFill/>
          </a:ln>
        </p:spPr>
        <p:txBody>
          <a:bodyPr spcFirstLastPara="1" wrap="square" lIns="93600" tIns="46775" rIns="93600" bIns="46775" anchor="t" anchorCtr="0">
            <a:normAutofit/>
          </a:bodyPr>
          <a:lstStyle>
            <a:lvl1pPr marL="457200" lvl="0" indent="-345621" algn="l">
              <a:lnSpc>
                <a:spcPct val="90000"/>
              </a:lnSpc>
              <a:spcBef>
                <a:spcPts val="4095"/>
              </a:spcBef>
              <a:spcAft>
                <a:spcPts val="0"/>
              </a:spcAft>
              <a:buClr>
                <a:schemeClr val="dk1"/>
              </a:buClr>
              <a:buSzPts val="1843"/>
              <a:buChar char="•"/>
              <a:defRPr sz="11466"/>
            </a:lvl1pPr>
            <a:lvl2pPr marL="914400" lvl="1" indent="-345621" algn="l">
              <a:lnSpc>
                <a:spcPct val="90000"/>
              </a:lnSpc>
              <a:spcBef>
                <a:spcPts val="2048"/>
              </a:spcBef>
              <a:spcAft>
                <a:spcPts val="0"/>
              </a:spcAft>
              <a:buClr>
                <a:schemeClr val="dk1"/>
              </a:buClr>
              <a:buSzPts val="1843"/>
              <a:buChar char="•"/>
              <a:defRPr sz="9828"/>
            </a:lvl2pPr>
            <a:lvl3pPr marL="1371600" lvl="2" indent="-345621" algn="l">
              <a:lnSpc>
                <a:spcPct val="90000"/>
              </a:lnSpc>
              <a:spcBef>
                <a:spcPts val="2048"/>
              </a:spcBef>
              <a:spcAft>
                <a:spcPts val="0"/>
              </a:spcAft>
              <a:buClr>
                <a:schemeClr val="dk1"/>
              </a:buClr>
              <a:buSzPts val="1843"/>
              <a:buChar char="•"/>
              <a:defRPr sz="8190"/>
            </a:lvl3pPr>
            <a:lvl4pPr marL="1828800" lvl="3" indent="-345621" algn="l">
              <a:lnSpc>
                <a:spcPct val="90000"/>
              </a:lnSpc>
              <a:spcBef>
                <a:spcPts val="2048"/>
              </a:spcBef>
              <a:spcAft>
                <a:spcPts val="0"/>
              </a:spcAft>
              <a:buClr>
                <a:schemeClr val="dk1"/>
              </a:buClr>
              <a:buSzPts val="1843"/>
              <a:buChar char="•"/>
              <a:defRPr sz="7371"/>
            </a:lvl4pPr>
            <a:lvl5pPr marL="2286000" lvl="4" indent="-345621" algn="l">
              <a:lnSpc>
                <a:spcPct val="90000"/>
              </a:lnSpc>
              <a:spcBef>
                <a:spcPts val="2048"/>
              </a:spcBef>
              <a:spcAft>
                <a:spcPts val="0"/>
              </a:spcAft>
              <a:buClr>
                <a:schemeClr val="dk1"/>
              </a:buClr>
              <a:buSzPts val="1843"/>
              <a:buChar char="•"/>
              <a:defRPr sz="7371"/>
            </a:lvl5pPr>
            <a:lvl6pPr marL="2743200" lvl="5" indent="-345621" algn="l">
              <a:lnSpc>
                <a:spcPct val="90000"/>
              </a:lnSpc>
              <a:spcBef>
                <a:spcPts val="2048"/>
              </a:spcBef>
              <a:spcAft>
                <a:spcPts val="0"/>
              </a:spcAft>
              <a:buClr>
                <a:schemeClr val="dk1"/>
              </a:buClr>
              <a:buSzPts val="1843"/>
              <a:buChar char="•"/>
              <a:defRPr sz="7371"/>
            </a:lvl6pPr>
            <a:lvl7pPr marL="3200400" lvl="6" indent="-345621" algn="l">
              <a:lnSpc>
                <a:spcPct val="90000"/>
              </a:lnSpc>
              <a:spcBef>
                <a:spcPts val="2048"/>
              </a:spcBef>
              <a:spcAft>
                <a:spcPts val="0"/>
              </a:spcAft>
              <a:buClr>
                <a:schemeClr val="dk1"/>
              </a:buClr>
              <a:buSzPts val="1843"/>
              <a:buChar char="•"/>
              <a:defRPr sz="7371"/>
            </a:lvl7pPr>
            <a:lvl8pPr marL="3657600" lvl="7" indent="-345621" algn="l">
              <a:lnSpc>
                <a:spcPct val="90000"/>
              </a:lnSpc>
              <a:spcBef>
                <a:spcPts val="2048"/>
              </a:spcBef>
              <a:spcAft>
                <a:spcPts val="0"/>
              </a:spcAft>
              <a:buClr>
                <a:schemeClr val="dk1"/>
              </a:buClr>
              <a:buSzPts val="1843"/>
              <a:buChar char="•"/>
              <a:defRPr sz="7371"/>
            </a:lvl8pPr>
            <a:lvl9pPr marL="4114800" lvl="8" indent="-345621" algn="l">
              <a:lnSpc>
                <a:spcPct val="90000"/>
              </a:lnSpc>
              <a:spcBef>
                <a:spcPts val="2048"/>
              </a:spcBef>
              <a:spcAft>
                <a:spcPts val="0"/>
              </a:spcAft>
              <a:buClr>
                <a:schemeClr val="dk1"/>
              </a:buClr>
              <a:buSzPts val="1843"/>
              <a:buChar char="•"/>
              <a:defRPr sz="7371"/>
            </a:lvl9pPr>
          </a:lstStyle>
          <a:p>
            <a:endParaRPr/>
          </a:p>
        </p:txBody>
      </p:sp>
      <p:sp>
        <p:nvSpPr>
          <p:cNvPr id="77" name="Google Shape;77;p13"/>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lvl="0" algn="l">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78" name="Google Shape;78;p13"/>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lvl="0" algn="ctr">
              <a:lnSpc>
                <a:spcPct val="100000"/>
              </a:lnSpc>
              <a:spcBef>
                <a:spcPts val="0"/>
              </a:spcBef>
              <a:spcAft>
                <a:spcPts val="0"/>
              </a:spcAft>
              <a:buSzPts val="1433"/>
              <a:buNone/>
              <a:defRPr sz="4914"/>
            </a:lvl1pPr>
            <a:lvl2pPr lvl="1" algn="l">
              <a:lnSpc>
                <a:spcPct val="100000"/>
              </a:lnSpc>
              <a:spcBef>
                <a:spcPts val="0"/>
              </a:spcBef>
              <a:spcAft>
                <a:spcPts val="0"/>
              </a:spcAft>
              <a:buSzPts val="1433"/>
              <a:buNone/>
              <a:defRPr sz="1842"/>
            </a:lvl2pPr>
            <a:lvl3pPr lvl="2" algn="l">
              <a:lnSpc>
                <a:spcPct val="100000"/>
              </a:lnSpc>
              <a:spcBef>
                <a:spcPts val="0"/>
              </a:spcBef>
              <a:spcAft>
                <a:spcPts val="0"/>
              </a:spcAft>
              <a:buSzPts val="1433"/>
              <a:buNone/>
              <a:defRPr sz="1842"/>
            </a:lvl3pPr>
            <a:lvl4pPr lvl="3" algn="l">
              <a:lnSpc>
                <a:spcPct val="100000"/>
              </a:lnSpc>
              <a:spcBef>
                <a:spcPts val="0"/>
              </a:spcBef>
              <a:spcAft>
                <a:spcPts val="0"/>
              </a:spcAft>
              <a:buSzPts val="1433"/>
              <a:buNone/>
              <a:defRPr sz="1842"/>
            </a:lvl4pPr>
            <a:lvl5pPr lvl="4" algn="l">
              <a:lnSpc>
                <a:spcPct val="100000"/>
              </a:lnSpc>
              <a:spcBef>
                <a:spcPts val="0"/>
              </a:spcBef>
              <a:spcAft>
                <a:spcPts val="0"/>
              </a:spcAft>
              <a:buSzPts val="1433"/>
              <a:buNone/>
              <a:defRPr sz="1842"/>
            </a:lvl5pPr>
            <a:lvl6pPr lvl="5" algn="l">
              <a:lnSpc>
                <a:spcPct val="100000"/>
              </a:lnSpc>
              <a:spcBef>
                <a:spcPts val="0"/>
              </a:spcBef>
              <a:spcAft>
                <a:spcPts val="0"/>
              </a:spcAft>
              <a:buSzPts val="1433"/>
              <a:buNone/>
              <a:defRPr sz="1842"/>
            </a:lvl6pPr>
            <a:lvl7pPr lvl="6" algn="l">
              <a:lnSpc>
                <a:spcPct val="100000"/>
              </a:lnSpc>
              <a:spcBef>
                <a:spcPts val="0"/>
              </a:spcBef>
              <a:spcAft>
                <a:spcPts val="0"/>
              </a:spcAft>
              <a:buSzPts val="1433"/>
              <a:buNone/>
              <a:defRPr sz="1842"/>
            </a:lvl7pPr>
            <a:lvl8pPr lvl="7" algn="l">
              <a:lnSpc>
                <a:spcPct val="100000"/>
              </a:lnSpc>
              <a:spcBef>
                <a:spcPts val="0"/>
              </a:spcBef>
              <a:spcAft>
                <a:spcPts val="0"/>
              </a:spcAft>
              <a:buSzPts val="1433"/>
              <a:buNone/>
              <a:defRPr sz="1842"/>
            </a:lvl8pPr>
            <a:lvl9pPr lvl="8" algn="l">
              <a:lnSpc>
                <a:spcPct val="100000"/>
              </a:lnSpc>
              <a:spcBef>
                <a:spcPts val="0"/>
              </a:spcBef>
              <a:spcAft>
                <a:spcPts val="0"/>
              </a:spcAft>
              <a:buSzPts val="1433"/>
              <a:buNone/>
              <a:defRPr sz="1842"/>
            </a:lvl9pPr>
          </a:lstStyle>
          <a:p>
            <a:endParaRPr dirty="0"/>
          </a:p>
        </p:txBody>
      </p:sp>
      <p:sp>
        <p:nvSpPr>
          <p:cNvPr id="79" name="Google Shape;79;p13"/>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2514600" y="1168405"/>
            <a:ext cx="31546800" cy="4241700"/>
          </a:xfrm>
          <a:prstGeom prst="rect">
            <a:avLst/>
          </a:prstGeom>
          <a:noFill/>
          <a:ln>
            <a:noFill/>
          </a:ln>
        </p:spPr>
        <p:txBody>
          <a:bodyPr spcFirstLastPara="1" wrap="square" lIns="93600" tIns="46775" rIns="93600" bIns="46775" anchor="ctr" anchorCtr="0">
            <a:normAutofit/>
          </a:bodyPr>
          <a:lstStyle>
            <a:lvl1pPr marR="0" lvl="0" algn="l" rtl="0">
              <a:lnSpc>
                <a:spcPct val="90000"/>
              </a:lnSpc>
              <a:spcBef>
                <a:spcPts val="0"/>
              </a:spcBef>
              <a:spcAft>
                <a:spcPts val="0"/>
              </a:spcAft>
              <a:buClr>
                <a:schemeClr val="dk1"/>
              </a:buClr>
              <a:buSzPts val="18019"/>
              <a:buFont typeface="Play"/>
              <a:buNone/>
              <a:defRPr sz="18019"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33"/>
              <a:buFont typeface="Arial"/>
              <a:buNone/>
              <a:defRPr sz="1842"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2514600" y="5842000"/>
            <a:ext cx="31546800" cy="13924200"/>
          </a:xfrm>
          <a:prstGeom prst="rect">
            <a:avLst/>
          </a:prstGeom>
          <a:noFill/>
          <a:ln>
            <a:noFill/>
          </a:ln>
        </p:spPr>
        <p:txBody>
          <a:bodyPr spcFirstLastPara="1" wrap="square" lIns="93600" tIns="46775" rIns="93600" bIns="46775" anchor="t" anchorCtr="0">
            <a:normAutofit/>
          </a:bodyPr>
          <a:lstStyle>
            <a:lvl1pPr marL="457200" marR="0" lvl="0" indent="-956733" algn="l" rtl="0">
              <a:lnSpc>
                <a:spcPct val="90000"/>
              </a:lnSpc>
              <a:spcBef>
                <a:spcPts val="4095"/>
              </a:spcBef>
              <a:spcAft>
                <a:spcPts val="0"/>
              </a:spcAft>
              <a:buClr>
                <a:schemeClr val="dk1"/>
              </a:buClr>
              <a:buSzPts val="11467"/>
              <a:buFont typeface="Arial"/>
              <a:buChar char="•"/>
              <a:defRPr sz="11466" b="0" i="0" u="none" strike="noStrike" cap="none">
                <a:solidFill>
                  <a:schemeClr val="dk1"/>
                </a:solidFill>
                <a:latin typeface="Arial"/>
                <a:ea typeface="Arial"/>
                <a:cs typeface="Arial"/>
                <a:sym typeface="Arial"/>
              </a:defRPr>
            </a:lvl1pPr>
            <a:lvl2pPr marL="914400" marR="0" lvl="1" indent="-852714" algn="l" rtl="0">
              <a:lnSpc>
                <a:spcPct val="90000"/>
              </a:lnSpc>
              <a:spcBef>
                <a:spcPts val="2048"/>
              </a:spcBef>
              <a:spcAft>
                <a:spcPts val="0"/>
              </a:spcAft>
              <a:buClr>
                <a:schemeClr val="dk1"/>
              </a:buClr>
              <a:buSzPts val="9829"/>
              <a:buFont typeface="Arial"/>
              <a:buChar char="•"/>
              <a:defRPr sz="9828" b="0" i="0" u="none" strike="noStrike" cap="none">
                <a:solidFill>
                  <a:schemeClr val="dk1"/>
                </a:solidFill>
                <a:latin typeface="Arial"/>
                <a:ea typeface="Arial"/>
                <a:cs typeface="Arial"/>
                <a:sym typeface="Arial"/>
              </a:defRPr>
            </a:lvl2pPr>
            <a:lvl3pPr marL="1371600" marR="0" lvl="2" indent="-748695" algn="l" rtl="0">
              <a:lnSpc>
                <a:spcPct val="90000"/>
              </a:lnSpc>
              <a:spcBef>
                <a:spcPts val="2048"/>
              </a:spcBef>
              <a:spcAft>
                <a:spcPts val="0"/>
              </a:spcAft>
              <a:buClr>
                <a:schemeClr val="dk1"/>
              </a:buClr>
              <a:buSzPts val="8190"/>
              <a:buFont typeface="Arial"/>
              <a:buChar char="•"/>
              <a:defRPr sz="8190" b="0" i="0" u="none" strike="noStrike" cap="none">
                <a:solidFill>
                  <a:schemeClr val="dk1"/>
                </a:solidFill>
                <a:latin typeface="Arial"/>
                <a:ea typeface="Arial"/>
                <a:cs typeface="Arial"/>
                <a:sym typeface="Arial"/>
              </a:defRPr>
            </a:lvl3pPr>
            <a:lvl4pPr marL="1828800" marR="0" lvl="3"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4pPr>
            <a:lvl5pPr marL="2286000" marR="0" lvl="4"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5pPr>
            <a:lvl6pPr marL="2743200" marR="0" lvl="5"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6pPr>
            <a:lvl7pPr marL="3200400" marR="0" lvl="6"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7pPr>
            <a:lvl8pPr marL="3657600" marR="0" lvl="7"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8pPr>
            <a:lvl9pPr marL="4114800" marR="0" lvl="8" indent="-696685" algn="l" rtl="0">
              <a:lnSpc>
                <a:spcPct val="90000"/>
              </a:lnSpc>
              <a:spcBef>
                <a:spcPts val="2048"/>
              </a:spcBef>
              <a:spcAft>
                <a:spcPts val="0"/>
              </a:spcAft>
              <a:buClr>
                <a:schemeClr val="dk1"/>
              </a:buClr>
              <a:buSzPts val="7371"/>
              <a:buFont typeface="Arial"/>
              <a:buChar char="•"/>
              <a:defRPr sz="7371"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2514600" y="20340325"/>
            <a:ext cx="8229600" cy="1168500"/>
          </a:xfrm>
          <a:prstGeom prst="rect">
            <a:avLst/>
          </a:prstGeom>
          <a:noFill/>
          <a:ln>
            <a:noFill/>
          </a:ln>
        </p:spPr>
        <p:txBody>
          <a:bodyPr spcFirstLastPara="1" wrap="square" lIns="93600" tIns="46775" rIns="93600" bIns="46775" anchor="ctr" anchorCtr="0">
            <a:noAutofit/>
          </a:bodyPr>
          <a:lstStyle>
            <a:lvl1pPr marR="0" lvl="0" algn="l" rtl="0">
              <a:lnSpc>
                <a:spcPct val="100000"/>
              </a:lnSpc>
              <a:spcBef>
                <a:spcPts val="0"/>
              </a:spcBef>
              <a:spcAft>
                <a:spcPts val="0"/>
              </a:spcAft>
              <a:buClr>
                <a:srgbClr val="000000"/>
              </a:buClr>
              <a:buSzPts val="1433"/>
              <a:buFont typeface="Arial"/>
              <a:buNone/>
              <a:defRPr sz="4914"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9pPr>
          </a:lstStyle>
          <a:p>
            <a:endParaRPr dirty="0"/>
          </a:p>
        </p:txBody>
      </p:sp>
      <p:sp>
        <p:nvSpPr>
          <p:cNvPr id="9" name="Google Shape;9;p2"/>
          <p:cNvSpPr txBox="1">
            <a:spLocks noGrp="1"/>
          </p:cNvSpPr>
          <p:nvPr>
            <p:ph type="ftr" idx="11"/>
          </p:nvPr>
        </p:nvSpPr>
        <p:spPr>
          <a:xfrm>
            <a:off x="12115800" y="20340325"/>
            <a:ext cx="12344400" cy="1168500"/>
          </a:xfrm>
          <a:prstGeom prst="rect">
            <a:avLst/>
          </a:prstGeom>
          <a:noFill/>
          <a:ln>
            <a:noFill/>
          </a:ln>
        </p:spPr>
        <p:txBody>
          <a:bodyPr spcFirstLastPara="1" wrap="square" lIns="93600" tIns="46775" rIns="93600" bIns="46775" anchor="ctr" anchorCtr="0">
            <a:noAutofit/>
          </a:bodyPr>
          <a:lstStyle>
            <a:lvl1pPr marR="0" lvl="0" algn="ctr" rtl="0">
              <a:lnSpc>
                <a:spcPct val="100000"/>
              </a:lnSpc>
              <a:spcBef>
                <a:spcPts val="0"/>
              </a:spcBef>
              <a:spcAft>
                <a:spcPts val="0"/>
              </a:spcAft>
              <a:buClr>
                <a:srgbClr val="000000"/>
              </a:buClr>
              <a:buSzPts val="1433"/>
              <a:buFont typeface="Arial"/>
              <a:buNone/>
              <a:defRPr sz="4914"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33"/>
              <a:buFont typeface="Arial"/>
              <a:buNone/>
              <a:defRPr sz="1842" b="0" i="0" u="none" strike="noStrike" cap="none">
                <a:solidFill>
                  <a:schemeClr val="dk1"/>
                </a:solidFill>
                <a:latin typeface="Arial"/>
                <a:ea typeface="Arial"/>
                <a:cs typeface="Arial"/>
                <a:sym typeface="Arial"/>
              </a:defRPr>
            </a:lvl9pPr>
          </a:lstStyle>
          <a:p>
            <a:endParaRPr dirty="0"/>
          </a:p>
        </p:txBody>
      </p:sp>
      <p:sp>
        <p:nvSpPr>
          <p:cNvPr id="10" name="Google Shape;10;p2"/>
          <p:cNvSpPr txBox="1">
            <a:spLocks noGrp="1"/>
          </p:cNvSpPr>
          <p:nvPr>
            <p:ph type="sldNum" idx="12"/>
          </p:nvPr>
        </p:nvSpPr>
        <p:spPr>
          <a:xfrm>
            <a:off x="25831800" y="20340325"/>
            <a:ext cx="8229600" cy="1168500"/>
          </a:xfrm>
          <a:prstGeom prst="rect">
            <a:avLst/>
          </a:prstGeom>
          <a:noFill/>
          <a:ln>
            <a:noFill/>
          </a:ln>
        </p:spPr>
        <p:txBody>
          <a:bodyPr spcFirstLastPara="1" wrap="square" lIns="93600" tIns="46775" rIns="93600" bIns="46775" anchor="ctr" anchorCtr="0">
            <a:noAutofit/>
          </a:bodyPr>
          <a:lstStyle>
            <a:lvl1pPr marL="0" marR="0" lvl="0"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4914"/>
              <a:buFont typeface="Arial"/>
              <a:buNone/>
              <a:defRPr sz="4914"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pic>
        <p:nvPicPr>
          <p:cNvPr id="43" name="图片 42" descr="图表, 散点图&#10;&#10;AI 生成的内容可能不正确。">
            <a:extLst>
              <a:ext uri="{FF2B5EF4-FFF2-40B4-BE49-F238E27FC236}">
                <a16:creationId xmlns:a16="http://schemas.microsoft.com/office/drawing/2014/main" id="{B1958854-28B7-EF40-B939-4E53528A22F6}"/>
              </a:ext>
            </a:extLst>
          </p:cNvPr>
          <p:cNvPicPr>
            <a:picLocks noChangeAspect="1"/>
          </p:cNvPicPr>
          <p:nvPr/>
        </p:nvPicPr>
        <p:blipFill>
          <a:blip r:embed="rId4"/>
          <a:stretch>
            <a:fillRect/>
          </a:stretch>
        </p:blipFill>
        <p:spPr>
          <a:xfrm>
            <a:off x="25213331" y="5657840"/>
            <a:ext cx="10547992" cy="5837464"/>
          </a:xfrm>
          <a:prstGeom prst="rect">
            <a:avLst/>
          </a:prstGeom>
        </p:spPr>
      </p:pic>
      <p:pic>
        <p:nvPicPr>
          <p:cNvPr id="38" name="图片 37" descr="图表, 散点图&#10;&#10;AI 生成的内容可能不正确。">
            <a:extLst>
              <a:ext uri="{FF2B5EF4-FFF2-40B4-BE49-F238E27FC236}">
                <a16:creationId xmlns:a16="http://schemas.microsoft.com/office/drawing/2014/main" id="{1C9AF47E-4FE0-D58B-8A48-0451D472B513}"/>
              </a:ext>
            </a:extLst>
          </p:cNvPr>
          <p:cNvPicPr>
            <a:picLocks noChangeAspect="1"/>
          </p:cNvPicPr>
          <p:nvPr/>
        </p:nvPicPr>
        <p:blipFill>
          <a:blip r:embed="rId5"/>
          <a:stretch>
            <a:fillRect/>
          </a:stretch>
        </p:blipFill>
        <p:spPr>
          <a:xfrm>
            <a:off x="13893288" y="5657840"/>
            <a:ext cx="10300036" cy="5837464"/>
          </a:xfrm>
          <a:prstGeom prst="rect">
            <a:avLst/>
          </a:prstGeom>
        </p:spPr>
      </p:pic>
      <p:sp>
        <p:nvSpPr>
          <p:cNvPr id="84" name="Google Shape;84;p1"/>
          <p:cNvSpPr/>
          <p:nvPr/>
        </p:nvSpPr>
        <p:spPr>
          <a:xfrm>
            <a:off x="-17654" y="-7193"/>
            <a:ext cx="36611400" cy="3014100"/>
          </a:xfrm>
          <a:prstGeom prst="rect">
            <a:avLst/>
          </a:prstGeom>
          <a:solidFill>
            <a:srgbClr val="C41230"/>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1433"/>
              <a:buFont typeface="Arial"/>
              <a:buNone/>
            </a:pPr>
            <a:endParaRPr sz="1433" b="0" i="0" u="none" strike="noStrike" cap="none" dirty="0">
              <a:solidFill>
                <a:schemeClr val="lt1"/>
              </a:solidFill>
              <a:latin typeface="Arial"/>
              <a:ea typeface="Arial"/>
              <a:cs typeface="Arial"/>
              <a:sym typeface="Arial"/>
            </a:endParaRPr>
          </a:p>
        </p:txBody>
      </p:sp>
      <p:sp>
        <p:nvSpPr>
          <p:cNvPr id="85" name="Google Shape;85;p1"/>
          <p:cNvSpPr txBox="1"/>
          <p:nvPr/>
        </p:nvSpPr>
        <p:spPr>
          <a:xfrm>
            <a:off x="2895350" y="140411"/>
            <a:ext cx="30785400" cy="1017793"/>
          </a:xfrm>
          <a:prstGeom prst="rect">
            <a:avLst/>
          </a:prstGeom>
          <a:noFill/>
          <a:ln>
            <a:noFill/>
          </a:ln>
        </p:spPr>
        <p:txBody>
          <a:bodyPr spcFirstLastPara="1" wrap="square" lIns="93600" tIns="46775" rIns="93600" bIns="46775" anchor="t" anchorCtr="0">
            <a:spAutoFit/>
          </a:bodyPr>
          <a:lstStyle/>
          <a:p>
            <a:pPr marL="0" marR="0" lvl="0" indent="0" algn="ctr" rtl="0">
              <a:lnSpc>
                <a:spcPct val="100000"/>
              </a:lnSpc>
              <a:spcBef>
                <a:spcPts val="0"/>
              </a:spcBef>
              <a:spcAft>
                <a:spcPts val="0"/>
              </a:spcAft>
              <a:buClr>
                <a:srgbClr val="000000"/>
              </a:buClr>
              <a:buSzPts val="6757"/>
              <a:buFont typeface="Arial"/>
              <a:buNone/>
            </a:pPr>
            <a:r>
              <a:rPr lang="en-US" sz="6000" b="0" i="0" u="none" strike="noStrike" cap="none" dirty="0">
                <a:solidFill>
                  <a:schemeClr val="lt1"/>
                </a:solidFill>
                <a:latin typeface="Arial"/>
                <a:ea typeface="Arial"/>
                <a:cs typeface="Arial"/>
                <a:sym typeface="Arial"/>
              </a:rPr>
              <a:t>Sta</a:t>
            </a:r>
            <a:r>
              <a:rPr lang="en-US" sz="6000" dirty="0">
                <a:solidFill>
                  <a:schemeClr val="lt1"/>
                </a:solidFill>
              </a:rPr>
              <a:t>tistical Modeling of NREL Household Energy with Machine Learning Methods</a:t>
            </a:r>
            <a:endParaRPr sz="6000" b="0" i="0" u="none" strike="noStrike" cap="none" dirty="0">
              <a:solidFill>
                <a:srgbClr val="000000"/>
              </a:solidFill>
              <a:latin typeface="Arial"/>
              <a:ea typeface="Arial"/>
              <a:cs typeface="Arial"/>
              <a:sym typeface="Arial"/>
            </a:endParaRPr>
          </a:p>
        </p:txBody>
      </p:sp>
      <p:sp>
        <p:nvSpPr>
          <p:cNvPr id="86" name="Google Shape;86;p1"/>
          <p:cNvSpPr txBox="1"/>
          <p:nvPr/>
        </p:nvSpPr>
        <p:spPr>
          <a:xfrm>
            <a:off x="-17694" y="1111437"/>
            <a:ext cx="36611400" cy="850800"/>
          </a:xfrm>
          <a:prstGeom prst="rect">
            <a:avLst/>
          </a:prstGeom>
          <a:noFill/>
          <a:ln>
            <a:noFill/>
          </a:ln>
        </p:spPr>
        <p:txBody>
          <a:bodyPr spcFirstLastPara="1" wrap="square" lIns="93600" tIns="46775" rIns="93600" bIns="46775" anchor="t" anchorCtr="0">
            <a:spAutoFit/>
          </a:bodyPr>
          <a:lstStyle/>
          <a:p>
            <a:pPr marL="0" marR="0" lvl="0" indent="0" algn="ctr" rtl="0">
              <a:lnSpc>
                <a:spcPct val="100000"/>
              </a:lnSpc>
              <a:spcBef>
                <a:spcPts val="0"/>
              </a:spcBef>
              <a:spcAft>
                <a:spcPts val="0"/>
              </a:spcAft>
              <a:buClr>
                <a:srgbClr val="000000"/>
              </a:buClr>
              <a:buSzPts val="4914"/>
              <a:buFont typeface="Arial"/>
              <a:buNone/>
            </a:pPr>
            <a:r>
              <a:rPr lang="en-US" altLang="zh-CN" sz="4914" u="sng" dirty="0">
                <a:solidFill>
                  <a:schemeClr val="lt1"/>
                </a:solidFill>
              </a:rPr>
              <a:t>Sihan Liang </a:t>
            </a:r>
            <a:r>
              <a:rPr lang="en-US" altLang="zh-CN" sz="4914" u="sng" baseline="30000" dirty="0">
                <a:solidFill>
                  <a:schemeClr val="lt1"/>
                </a:solidFill>
              </a:rPr>
              <a:t>1</a:t>
            </a:r>
            <a:r>
              <a:rPr lang="en-US" altLang="zh-CN" sz="4914" u="sng" dirty="0">
                <a:solidFill>
                  <a:schemeClr val="lt1"/>
                </a:solidFill>
              </a:rPr>
              <a:t>, Lauren Janicke </a:t>
            </a:r>
            <a:r>
              <a:rPr lang="en-US" altLang="zh-CN" sz="4914" u="sng" baseline="30000" dirty="0">
                <a:solidFill>
                  <a:schemeClr val="lt1"/>
                </a:solidFill>
              </a:rPr>
              <a:t>1</a:t>
            </a:r>
            <a:r>
              <a:rPr lang="en-US" altLang="zh-CN" sz="4914" u="sng" dirty="0">
                <a:solidFill>
                  <a:schemeClr val="lt1"/>
                </a:solidFill>
              </a:rPr>
              <a:t>, Destine Nock </a:t>
            </a:r>
            <a:r>
              <a:rPr lang="en-US" altLang="zh-CN" sz="4914" u="sng" baseline="30000" dirty="0">
                <a:solidFill>
                  <a:schemeClr val="lt1"/>
                </a:solidFill>
              </a:rPr>
              <a:t>1</a:t>
            </a:r>
            <a:endParaRPr sz="4914" b="0" i="0" u="none" strike="noStrike" cap="none" baseline="30000" dirty="0">
              <a:solidFill>
                <a:schemeClr val="lt1"/>
              </a:solidFill>
              <a:latin typeface="Arial"/>
              <a:ea typeface="Arial"/>
              <a:cs typeface="Arial"/>
              <a:sym typeface="Arial"/>
            </a:endParaRPr>
          </a:p>
        </p:txBody>
      </p:sp>
      <p:sp>
        <p:nvSpPr>
          <p:cNvPr id="87" name="Google Shape;87;p1"/>
          <p:cNvSpPr/>
          <p:nvPr/>
        </p:nvSpPr>
        <p:spPr>
          <a:xfrm>
            <a:off x="173736" y="3083854"/>
            <a:ext cx="6339590" cy="540397"/>
          </a:xfrm>
          <a:prstGeom prst="rect">
            <a:avLst/>
          </a:prstGeom>
          <a:solidFill>
            <a:srgbClr val="6D6E71"/>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b="0" i="0" u="none" strike="noStrike" cap="none" dirty="0">
                <a:solidFill>
                  <a:schemeClr val="lt1"/>
                </a:solidFill>
                <a:latin typeface="+mj-lt"/>
                <a:ea typeface="Play"/>
                <a:cs typeface="Times New Roman" panose="02020603050405020304" pitchFamily="18" charset="0"/>
                <a:sym typeface="Play"/>
              </a:rPr>
              <a:t>Introduction</a:t>
            </a:r>
            <a:endParaRPr sz="4000" b="0" i="0" u="none" strike="noStrike" cap="none" dirty="0">
              <a:solidFill>
                <a:srgbClr val="000000"/>
              </a:solidFill>
              <a:latin typeface="+mj-lt"/>
              <a:cs typeface="Times New Roman" panose="02020603050405020304" pitchFamily="18" charset="0"/>
              <a:sym typeface="Arial"/>
            </a:endParaRPr>
          </a:p>
        </p:txBody>
      </p:sp>
      <p:sp>
        <p:nvSpPr>
          <p:cNvPr id="89" name="Google Shape;89;p1"/>
          <p:cNvSpPr/>
          <p:nvPr/>
        </p:nvSpPr>
        <p:spPr>
          <a:xfrm>
            <a:off x="6685907" y="3083854"/>
            <a:ext cx="6665532" cy="540397"/>
          </a:xfrm>
          <a:prstGeom prst="rect">
            <a:avLst/>
          </a:prstGeom>
          <a:solidFill>
            <a:srgbClr val="6D6E71"/>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dirty="0">
                <a:solidFill>
                  <a:schemeClr val="lt1"/>
                </a:solidFill>
                <a:latin typeface="+mj-lt"/>
                <a:cs typeface="Times New Roman" panose="02020603050405020304" pitchFamily="18" charset="0"/>
                <a:sym typeface="Play"/>
              </a:rPr>
              <a:t>Methodology</a:t>
            </a:r>
            <a:endParaRPr sz="4000" dirty="0">
              <a:solidFill>
                <a:schemeClr val="lt1"/>
              </a:solidFill>
              <a:latin typeface="+mj-lt"/>
              <a:cs typeface="Times New Roman" panose="02020603050405020304" pitchFamily="18" charset="0"/>
            </a:endParaRPr>
          </a:p>
        </p:txBody>
      </p:sp>
      <p:sp>
        <p:nvSpPr>
          <p:cNvPr id="92" name="Google Shape;92;p1"/>
          <p:cNvSpPr/>
          <p:nvPr/>
        </p:nvSpPr>
        <p:spPr>
          <a:xfrm>
            <a:off x="-17654" y="21692246"/>
            <a:ext cx="36611400" cy="262695"/>
          </a:xfrm>
          <a:prstGeom prst="rect">
            <a:avLst/>
          </a:prstGeom>
          <a:solidFill>
            <a:srgbClr val="C41230"/>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1433"/>
              <a:buFont typeface="Arial"/>
              <a:buNone/>
            </a:pPr>
            <a:endParaRPr sz="1433" b="0" i="0" u="none" strike="noStrike" cap="none" dirty="0">
              <a:solidFill>
                <a:schemeClr val="lt1"/>
              </a:solidFill>
              <a:latin typeface="Arial"/>
              <a:ea typeface="Arial"/>
              <a:cs typeface="Arial"/>
              <a:sym typeface="Arial"/>
            </a:endParaRPr>
          </a:p>
        </p:txBody>
      </p:sp>
      <p:sp>
        <p:nvSpPr>
          <p:cNvPr id="95" name="Google Shape;95;p1"/>
          <p:cNvSpPr/>
          <p:nvPr/>
        </p:nvSpPr>
        <p:spPr>
          <a:xfrm>
            <a:off x="13468669" y="3083854"/>
            <a:ext cx="22764107" cy="555343"/>
          </a:xfrm>
          <a:prstGeom prst="rect">
            <a:avLst/>
          </a:prstGeom>
          <a:solidFill>
            <a:srgbClr val="6D6E71"/>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dirty="0">
                <a:solidFill>
                  <a:schemeClr val="lt1"/>
                </a:solidFill>
                <a:latin typeface="+mj-lt"/>
                <a:cs typeface="Times New Roman" panose="02020603050405020304" pitchFamily="18" charset="0"/>
                <a:sym typeface="Play"/>
              </a:rPr>
              <a:t>Results</a:t>
            </a:r>
            <a:endParaRPr sz="4000" dirty="0">
              <a:solidFill>
                <a:schemeClr val="lt1"/>
              </a:solidFill>
              <a:latin typeface="+mj-lt"/>
              <a:cs typeface="Times New Roman" panose="02020603050405020304" pitchFamily="18" charset="0"/>
            </a:endParaRPr>
          </a:p>
        </p:txBody>
      </p:sp>
      <p:sp>
        <p:nvSpPr>
          <p:cNvPr id="96" name="Google Shape;96;p1"/>
          <p:cNvSpPr/>
          <p:nvPr/>
        </p:nvSpPr>
        <p:spPr>
          <a:xfrm>
            <a:off x="13410684" y="15169471"/>
            <a:ext cx="22993698" cy="507748"/>
          </a:xfrm>
          <a:prstGeom prst="rect">
            <a:avLst/>
          </a:prstGeom>
          <a:solidFill>
            <a:srgbClr val="6D6E71"/>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dirty="0">
                <a:solidFill>
                  <a:schemeClr val="lt1"/>
                </a:solidFill>
                <a:latin typeface="+mj-lt"/>
                <a:cs typeface="Times New Roman" panose="02020603050405020304" pitchFamily="18" charset="0"/>
                <a:sym typeface="Play"/>
              </a:rPr>
              <a:t>Discussions and Future Work</a:t>
            </a:r>
            <a:endParaRPr sz="4000" dirty="0">
              <a:solidFill>
                <a:schemeClr val="lt1"/>
              </a:solidFill>
              <a:latin typeface="+mj-lt"/>
              <a:cs typeface="Times New Roman" panose="02020603050405020304" pitchFamily="18" charset="0"/>
            </a:endParaRPr>
          </a:p>
        </p:txBody>
      </p:sp>
      <p:pic>
        <p:nvPicPr>
          <p:cNvPr id="127" name="Google Shape;127;p1"/>
          <p:cNvPicPr preferRelativeResize="0"/>
          <p:nvPr/>
        </p:nvPicPr>
        <p:blipFill rotWithShape="1">
          <a:blip r:embed="rId6">
            <a:alphaModFix/>
          </a:blip>
          <a:srcRect t="12793" b="19012"/>
          <a:stretch/>
        </p:blipFill>
        <p:spPr>
          <a:xfrm>
            <a:off x="0" y="302225"/>
            <a:ext cx="3512400" cy="2395255"/>
          </a:xfrm>
          <a:prstGeom prst="rect">
            <a:avLst/>
          </a:prstGeom>
          <a:noFill/>
          <a:ln>
            <a:noFill/>
          </a:ln>
        </p:spPr>
      </p:pic>
      <p:sp>
        <p:nvSpPr>
          <p:cNvPr id="128" name="Google Shape;128;p1"/>
          <p:cNvSpPr/>
          <p:nvPr/>
        </p:nvSpPr>
        <p:spPr>
          <a:xfrm>
            <a:off x="13468670" y="19527601"/>
            <a:ext cx="22935710" cy="469264"/>
          </a:xfrm>
          <a:prstGeom prst="rect">
            <a:avLst/>
          </a:prstGeom>
          <a:solidFill>
            <a:srgbClr val="747474"/>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dirty="0">
                <a:solidFill>
                  <a:schemeClr val="lt1"/>
                </a:solidFill>
                <a:latin typeface="+mj-lt"/>
                <a:cs typeface="Times New Roman" panose="02020603050405020304" pitchFamily="18" charset="0"/>
                <a:sym typeface="Play"/>
              </a:rPr>
              <a:t>Acknowledgements</a:t>
            </a:r>
            <a:endParaRPr sz="4000" dirty="0">
              <a:solidFill>
                <a:schemeClr val="lt1"/>
              </a:solidFill>
              <a:latin typeface="+mj-lt"/>
              <a:cs typeface="Times New Roman" panose="02020603050405020304" pitchFamily="18" charset="0"/>
            </a:endParaRPr>
          </a:p>
        </p:txBody>
      </p:sp>
      <p:sp>
        <p:nvSpPr>
          <p:cNvPr id="129" name="Google Shape;129;p1"/>
          <p:cNvSpPr txBox="1"/>
          <p:nvPr/>
        </p:nvSpPr>
        <p:spPr>
          <a:xfrm>
            <a:off x="13410683" y="19928655"/>
            <a:ext cx="23118426" cy="1818012"/>
          </a:xfrm>
          <a:prstGeom prst="rect">
            <a:avLst/>
          </a:prstGeom>
          <a:noFill/>
          <a:ln>
            <a:noFill/>
          </a:ln>
        </p:spPr>
        <p:txBody>
          <a:bodyPr spcFirstLastPara="1" wrap="square" lIns="93600" tIns="46775" rIns="93600" bIns="46775" anchor="t" anchorCtr="0">
            <a:spAutoFit/>
          </a:bodyPr>
          <a:lstStyle/>
          <a:p>
            <a:pPr lvl="0">
              <a:buSzPts val="2867"/>
            </a:pPr>
            <a:r>
              <a:rPr lang="en-US" sz="2800" i="0" u="none" strike="noStrike" cap="none" dirty="0">
                <a:solidFill>
                  <a:schemeClr val="dk1"/>
                </a:solidFill>
              </a:rPr>
              <a:t>	Thank </a:t>
            </a:r>
            <a:r>
              <a:rPr lang="en-US" sz="2800" dirty="0">
                <a:solidFill>
                  <a:schemeClr val="dk1"/>
                </a:solidFill>
              </a:rPr>
              <a:t>you to Lauren, </a:t>
            </a:r>
            <a:r>
              <a:rPr lang="en-US" altLang="zh-CN" sz="2800" dirty="0">
                <a:solidFill>
                  <a:schemeClr val="dk1"/>
                </a:solidFill>
              </a:rPr>
              <a:t>Professor Nock</a:t>
            </a:r>
            <a:r>
              <a:rPr lang="en-US" sz="2800" dirty="0">
                <a:solidFill>
                  <a:schemeClr val="dk1"/>
                </a:solidFill>
              </a:rPr>
              <a:t> and</a:t>
            </a:r>
            <a:r>
              <a:rPr lang="en-US" altLang="zh-CN" sz="2800" dirty="0">
                <a:solidFill>
                  <a:schemeClr val="dk1"/>
                </a:solidFill>
              </a:rPr>
              <a:t> other SURA participants </a:t>
            </a:r>
            <a:r>
              <a:rPr lang="en-US" sz="2800" dirty="0">
                <a:solidFill>
                  <a:schemeClr val="dk1"/>
                </a:solidFill>
              </a:rPr>
              <a:t>for providing me with patient guidance, support and insights to my research. Also t</a:t>
            </a:r>
            <a:r>
              <a:rPr lang="en-US" sz="2800" i="0" u="none" strike="noStrike" cap="none" dirty="0">
                <a:solidFill>
                  <a:schemeClr val="dk1"/>
                </a:solidFill>
              </a:rPr>
              <a:t>hank you </a:t>
            </a:r>
            <a:r>
              <a:rPr lang="en-US" sz="2800" dirty="0">
                <a:solidFill>
                  <a:schemeClr val="dk1"/>
                </a:solidFill>
              </a:rPr>
              <a:t>t</a:t>
            </a:r>
            <a:r>
              <a:rPr lang="en-US" sz="2800" i="0" u="none" strike="noStrike" cap="none" dirty="0">
                <a:solidFill>
                  <a:schemeClr val="dk1"/>
                </a:solidFill>
              </a:rPr>
              <a:t>o SURA program for offering the access </a:t>
            </a:r>
            <a:r>
              <a:rPr lang="en-US" sz="2800" dirty="0">
                <a:solidFill>
                  <a:schemeClr val="dk1"/>
                </a:solidFill>
              </a:rPr>
              <a:t>and help throughout the research. </a:t>
            </a:r>
            <a:r>
              <a:rPr lang="en-US" altLang="zh-CN" sz="2800" dirty="0"/>
              <a:t>This work is partially supported by the National Science Foundation Graduate Research Fellowship Program under Grant No. DGE2140739. Any opinions, findings, and conclusions or recommendations expressed in this material are those of the authors and do not necessarily reflect the views of the National Science Foundation.</a:t>
            </a:r>
            <a:endParaRPr sz="2800" i="0" u="none" strike="noStrike" cap="none" dirty="0">
              <a:solidFill>
                <a:schemeClr val="dk1"/>
              </a:solidFill>
            </a:endParaRPr>
          </a:p>
        </p:txBody>
      </p:sp>
      <p:sp>
        <p:nvSpPr>
          <p:cNvPr id="2" name="文本框 1">
            <a:extLst>
              <a:ext uri="{FF2B5EF4-FFF2-40B4-BE49-F238E27FC236}">
                <a16:creationId xmlns:a16="http://schemas.microsoft.com/office/drawing/2014/main" id="{C2C06A07-28A8-6298-8477-3C335D97A65C}"/>
              </a:ext>
            </a:extLst>
          </p:cNvPr>
          <p:cNvSpPr txBox="1"/>
          <p:nvPr/>
        </p:nvSpPr>
        <p:spPr>
          <a:xfrm>
            <a:off x="204276" y="3872747"/>
            <a:ext cx="6336477" cy="16896933"/>
          </a:xfrm>
          <a:prstGeom prst="rect">
            <a:avLst/>
          </a:prstGeom>
          <a:noFill/>
        </p:spPr>
        <p:txBody>
          <a:bodyPr wrap="square" rtlCol="0">
            <a:spAutoFit/>
          </a:bodyPr>
          <a:lstStyle/>
          <a:p>
            <a:r>
              <a:rPr lang="en-US" altLang="zh-CN" sz="2800" b="1" dirty="0"/>
              <a:t>Background: </a:t>
            </a:r>
            <a:r>
              <a:rPr lang="en-US" altLang="zh-CN" sz="2800" dirty="0"/>
              <a:t>The rising demand for energy, accompanied with constraints in supply and changing energy policies, shows the importance of understanding residential energy consumption. Since households account for a large proportion of national energy use, identifying how energy is consumed at the household level is critical for finding opportunities to reduce demand and promote efficiency. Therefore, constructing a model for the household energy is critical for estimating the minimum household energy needed.</a:t>
            </a:r>
          </a:p>
          <a:p>
            <a:r>
              <a:rPr lang="en-US" altLang="zh-CN" sz="2800" b="1" dirty="0"/>
              <a:t>	</a:t>
            </a:r>
            <a:r>
              <a:rPr lang="en-US" altLang="zh-CN" sz="2800" dirty="0"/>
              <a:t>The U.S. National Renewable Energy Laboratory (NREL)</a:t>
            </a:r>
            <a:r>
              <a:rPr lang="en-US" altLang="zh-CN" sz="2800" baseline="30000" dirty="0"/>
              <a:t>[1] </a:t>
            </a:r>
            <a:r>
              <a:rPr lang="en-US" altLang="zh-CN" sz="2800" dirty="0"/>
              <a:t>has built a residential energy consumption dataset that captures household characteristics, appliance usage, building design, and other influencing factors. The dataset provides a unique opportunity to analyze energy demand patterns and explore consumption by constructing a model.</a:t>
            </a:r>
          </a:p>
          <a:p>
            <a:endParaRPr lang="en-US" altLang="zh-CN" sz="2800" dirty="0"/>
          </a:p>
          <a:p>
            <a:r>
              <a:rPr lang="en-US" altLang="zh-CN" sz="2800" b="1" dirty="0"/>
              <a:t>Objective: </a:t>
            </a:r>
            <a:r>
              <a:rPr lang="en-US" altLang="zh-CN" sz="2800" dirty="0"/>
              <a:t>This study aims to develop and evaluate statistical models that can reliably estimate household energy consumption using NREL’s residential datasets. By identifying key predictors, the goal is to build interpretable models that improve understanding of energy demand and support smarter, more efficient residential energy planning.</a:t>
            </a:r>
          </a:p>
          <a:p>
            <a:r>
              <a:rPr lang="en-US" altLang="zh-CN" sz="2800" dirty="0"/>
              <a:t>	</a:t>
            </a:r>
          </a:p>
          <a:p>
            <a:r>
              <a:rPr lang="en-US" altLang="zh-CN" sz="2800" b="1" dirty="0"/>
              <a:t>	</a:t>
            </a:r>
            <a:endParaRPr lang="zh-CN" altLang="en-US" sz="2800" b="1" dirty="0"/>
          </a:p>
        </p:txBody>
      </p:sp>
      <p:sp>
        <p:nvSpPr>
          <p:cNvPr id="6" name="文本框 5">
            <a:extLst>
              <a:ext uri="{FF2B5EF4-FFF2-40B4-BE49-F238E27FC236}">
                <a16:creationId xmlns:a16="http://schemas.microsoft.com/office/drawing/2014/main" id="{5DAE4C84-3941-69CD-56C0-17E714032880}"/>
              </a:ext>
            </a:extLst>
          </p:cNvPr>
          <p:cNvSpPr txBox="1"/>
          <p:nvPr/>
        </p:nvSpPr>
        <p:spPr>
          <a:xfrm>
            <a:off x="7241734" y="11102819"/>
            <a:ext cx="5249460" cy="523220"/>
          </a:xfrm>
          <a:prstGeom prst="rect">
            <a:avLst/>
          </a:prstGeom>
          <a:noFill/>
          <a:ln w="38100">
            <a:solidFill>
              <a:schemeClr val="tx1"/>
            </a:solidFill>
          </a:ln>
        </p:spPr>
        <p:txBody>
          <a:bodyPr wrap="square" rtlCol="0">
            <a:spAutoFit/>
          </a:bodyPr>
          <a:lstStyle/>
          <a:p>
            <a:pPr algn="ctr"/>
            <a:r>
              <a:rPr lang="en-US" altLang="zh-CN" sz="2800" dirty="0"/>
              <a:t>Raw NREL database (AZ)</a:t>
            </a:r>
            <a:endParaRPr lang="zh-CN" altLang="en-US" sz="2800" dirty="0"/>
          </a:p>
        </p:txBody>
      </p:sp>
      <p:sp>
        <p:nvSpPr>
          <p:cNvPr id="7" name="文本框 6">
            <a:extLst>
              <a:ext uri="{FF2B5EF4-FFF2-40B4-BE49-F238E27FC236}">
                <a16:creationId xmlns:a16="http://schemas.microsoft.com/office/drawing/2014/main" id="{8E9C7B03-0C6A-6BBB-7A6B-47911B56E1AC}"/>
              </a:ext>
            </a:extLst>
          </p:cNvPr>
          <p:cNvSpPr txBox="1"/>
          <p:nvPr/>
        </p:nvSpPr>
        <p:spPr>
          <a:xfrm>
            <a:off x="7241734" y="12026551"/>
            <a:ext cx="5249459" cy="523220"/>
          </a:xfrm>
          <a:prstGeom prst="rect">
            <a:avLst/>
          </a:prstGeom>
          <a:noFill/>
          <a:ln w="38100">
            <a:solidFill>
              <a:schemeClr val="tx1"/>
            </a:solidFill>
          </a:ln>
        </p:spPr>
        <p:txBody>
          <a:bodyPr wrap="square" rtlCol="0">
            <a:spAutoFit/>
          </a:bodyPr>
          <a:lstStyle/>
          <a:p>
            <a:pPr algn="ctr"/>
            <a:r>
              <a:rPr lang="en-US" altLang="zh-CN" sz="2800" dirty="0"/>
              <a:t>Pre-processing data</a:t>
            </a:r>
            <a:endParaRPr lang="zh-CN" altLang="en-US" sz="2800" dirty="0"/>
          </a:p>
        </p:txBody>
      </p:sp>
      <p:sp>
        <p:nvSpPr>
          <p:cNvPr id="10" name="文本框 9">
            <a:extLst>
              <a:ext uri="{FF2B5EF4-FFF2-40B4-BE49-F238E27FC236}">
                <a16:creationId xmlns:a16="http://schemas.microsoft.com/office/drawing/2014/main" id="{1D6D4FD7-3FDA-23A5-1C15-614D20805995}"/>
              </a:ext>
            </a:extLst>
          </p:cNvPr>
          <p:cNvSpPr txBox="1"/>
          <p:nvPr/>
        </p:nvSpPr>
        <p:spPr>
          <a:xfrm>
            <a:off x="7241734" y="12907944"/>
            <a:ext cx="5249459" cy="523220"/>
          </a:xfrm>
          <a:prstGeom prst="rect">
            <a:avLst/>
          </a:prstGeom>
          <a:noFill/>
          <a:ln w="38100">
            <a:solidFill>
              <a:schemeClr val="tx1"/>
            </a:solidFill>
          </a:ln>
        </p:spPr>
        <p:txBody>
          <a:bodyPr wrap="square" rtlCol="0">
            <a:spAutoFit/>
          </a:bodyPr>
          <a:lstStyle/>
          <a:p>
            <a:pPr algn="ctr"/>
            <a:r>
              <a:rPr lang="en-US" altLang="zh-CN" sz="2800" dirty="0"/>
              <a:t>70/30 Training/Testing split</a:t>
            </a:r>
            <a:endParaRPr lang="zh-CN" altLang="en-US" sz="2800" dirty="0"/>
          </a:p>
        </p:txBody>
      </p:sp>
      <p:sp>
        <p:nvSpPr>
          <p:cNvPr id="11" name="文本框 10">
            <a:extLst>
              <a:ext uri="{FF2B5EF4-FFF2-40B4-BE49-F238E27FC236}">
                <a16:creationId xmlns:a16="http://schemas.microsoft.com/office/drawing/2014/main" id="{FA703E74-351E-D541-CEE2-F36729DF73CA}"/>
              </a:ext>
            </a:extLst>
          </p:cNvPr>
          <p:cNvSpPr txBox="1"/>
          <p:nvPr/>
        </p:nvSpPr>
        <p:spPr>
          <a:xfrm>
            <a:off x="7241734" y="13799720"/>
            <a:ext cx="5249459" cy="523220"/>
          </a:xfrm>
          <a:prstGeom prst="rect">
            <a:avLst/>
          </a:prstGeom>
          <a:noFill/>
          <a:ln w="38100">
            <a:solidFill>
              <a:schemeClr val="tx1"/>
            </a:solidFill>
          </a:ln>
        </p:spPr>
        <p:txBody>
          <a:bodyPr wrap="square" rtlCol="0">
            <a:spAutoFit/>
          </a:bodyPr>
          <a:lstStyle/>
          <a:p>
            <a:pPr algn="ctr"/>
            <a:r>
              <a:rPr lang="en-US" altLang="zh-CN" sz="2800" dirty="0"/>
              <a:t>Comparative training</a:t>
            </a:r>
            <a:endParaRPr lang="zh-CN" altLang="en-US" sz="2800" dirty="0"/>
          </a:p>
        </p:txBody>
      </p:sp>
      <p:sp>
        <p:nvSpPr>
          <p:cNvPr id="12" name="文本框 11">
            <a:extLst>
              <a:ext uri="{FF2B5EF4-FFF2-40B4-BE49-F238E27FC236}">
                <a16:creationId xmlns:a16="http://schemas.microsoft.com/office/drawing/2014/main" id="{7D94F090-2FE9-B065-DBB7-4A1B6C0C3E06}"/>
              </a:ext>
            </a:extLst>
          </p:cNvPr>
          <p:cNvSpPr txBox="1"/>
          <p:nvPr/>
        </p:nvSpPr>
        <p:spPr>
          <a:xfrm>
            <a:off x="7559923" y="14877363"/>
            <a:ext cx="4792089" cy="461665"/>
          </a:xfrm>
          <a:prstGeom prst="rect">
            <a:avLst/>
          </a:prstGeom>
          <a:noFill/>
          <a:ln w="28575">
            <a:solidFill>
              <a:schemeClr val="tx1"/>
            </a:solidFill>
          </a:ln>
        </p:spPr>
        <p:txBody>
          <a:bodyPr wrap="square" rtlCol="0">
            <a:spAutoFit/>
          </a:bodyPr>
          <a:lstStyle/>
          <a:p>
            <a:pPr algn="ctr"/>
            <a:r>
              <a:rPr lang="en-US" altLang="zh-CN" sz="2400" dirty="0"/>
              <a:t>Linear Regression</a:t>
            </a:r>
            <a:endParaRPr lang="zh-CN" altLang="en-US" sz="2400" dirty="0"/>
          </a:p>
        </p:txBody>
      </p:sp>
      <p:sp>
        <p:nvSpPr>
          <p:cNvPr id="13" name="文本框 12">
            <a:extLst>
              <a:ext uri="{FF2B5EF4-FFF2-40B4-BE49-F238E27FC236}">
                <a16:creationId xmlns:a16="http://schemas.microsoft.com/office/drawing/2014/main" id="{7883C2B1-604C-E12F-1EDF-AA7827F1349E}"/>
              </a:ext>
            </a:extLst>
          </p:cNvPr>
          <p:cNvSpPr txBox="1"/>
          <p:nvPr/>
        </p:nvSpPr>
        <p:spPr>
          <a:xfrm>
            <a:off x="7559923" y="15441820"/>
            <a:ext cx="4792089" cy="461665"/>
          </a:xfrm>
          <a:prstGeom prst="rect">
            <a:avLst/>
          </a:prstGeom>
          <a:noFill/>
          <a:ln w="28575">
            <a:solidFill>
              <a:schemeClr val="tx1"/>
            </a:solidFill>
          </a:ln>
        </p:spPr>
        <p:txBody>
          <a:bodyPr wrap="square" rtlCol="0">
            <a:spAutoFit/>
          </a:bodyPr>
          <a:lstStyle>
            <a:defPPr marR="0" lvl="0" algn="l" rtl="0">
              <a:lnSpc>
                <a:spcPct val="100000"/>
              </a:lnSpc>
              <a:spcBef>
                <a:spcPts val="0"/>
              </a:spcBef>
              <a:spcAft>
                <a:spcPts val="0"/>
              </a:spcAft>
            </a:defPPr>
            <a:lvl1pPr algn="ctr">
              <a:defRPr sz="2400"/>
            </a:lvl1pPr>
          </a:lstStyle>
          <a:p>
            <a:r>
              <a:rPr lang="en-US" altLang="zh-CN" dirty="0"/>
              <a:t>Random Forest Regressor</a:t>
            </a:r>
            <a:endParaRPr lang="zh-CN" altLang="en-US" dirty="0"/>
          </a:p>
        </p:txBody>
      </p:sp>
      <p:sp>
        <p:nvSpPr>
          <p:cNvPr id="14" name="文本框 13">
            <a:extLst>
              <a:ext uri="{FF2B5EF4-FFF2-40B4-BE49-F238E27FC236}">
                <a16:creationId xmlns:a16="http://schemas.microsoft.com/office/drawing/2014/main" id="{8B8EED4C-1E11-5C67-8A00-30E822A9B1DE}"/>
              </a:ext>
            </a:extLst>
          </p:cNvPr>
          <p:cNvSpPr txBox="1"/>
          <p:nvPr/>
        </p:nvSpPr>
        <p:spPr>
          <a:xfrm>
            <a:off x="7559924" y="16022158"/>
            <a:ext cx="4792088" cy="461665"/>
          </a:xfrm>
          <a:prstGeom prst="rect">
            <a:avLst/>
          </a:prstGeom>
          <a:noFill/>
          <a:ln w="28575">
            <a:solidFill>
              <a:schemeClr val="tx1"/>
            </a:solidFill>
          </a:ln>
        </p:spPr>
        <p:txBody>
          <a:bodyPr wrap="square" rtlCol="0">
            <a:spAutoFit/>
          </a:bodyPr>
          <a:lstStyle/>
          <a:p>
            <a:pPr algn="ctr"/>
            <a:r>
              <a:rPr lang="en-US" altLang="zh-CN" sz="2400" dirty="0"/>
              <a:t>Gradient Boosting Regressor</a:t>
            </a:r>
            <a:endParaRPr lang="zh-CN" altLang="en-US" sz="2400" dirty="0"/>
          </a:p>
        </p:txBody>
      </p:sp>
      <p:sp>
        <p:nvSpPr>
          <p:cNvPr id="15" name="文本框 14">
            <a:extLst>
              <a:ext uri="{FF2B5EF4-FFF2-40B4-BE49-F238E27FC236}">
                <a16:creationId xmlns:a16="http://schemas.microsoft.com/office/drawing/2014/main" id="{E33C19CA-1946-326B-F32E-8348E775B044}"/>
              </a:ext>
            </a:extLst>
          </p:cNvPr>
          <p:cNvSpPr txBox="1"/>
          <p:nvPr/>
        </p:nvSpPr>
        <p:spPr>
          <a:xfrm>
            <a:off x="7559924" y="16602497"/>
            <a:ext cx="4792088" cy="461665"/>
          </a:xfrm>
          <a:prstGeom prst="rect">
            <a:avLst/>
          </a:prstGeom>
          <a:noFill/>
          <a:ln w="28575">
            <a:solidFill>
              <a:schemeClr val="tx1"/>
            </a:solidFill>
          </a:ln>
        </p:spPr>
        <p:txBody>
          <a:bodyPr wrap="square" rtlCol="0">
            <a:spAutoFit/>
          </a:bodyPr>
          <a:lstStyle>
            <a:defPPr marR="0" lvl="0" algn="l" rtl="0">
              <a:lnSpc>
                <a:spcPct val="100000"/>
              </a:lnSpc>
              <a:spcBef>
                <a:spcPts val="0"/>
              </a:spcBef>
              <a:spcAft>
                <a:spcPts val="0"/>
              </a:spcAft>
            </a:defPPr>
            <a:lvl1pPr>
              <a:defRPr/>
            </a:lvl1pPr>
          </a:lstStyle>
          <a:p>
            <a:pPr algn="ctr"/>
            <a:r>
              <a:rPr lang="en-US" altLang="zh-CN" sz="2400" dirty="0"/>
              <a:t>Hist Gradient Boosting</a:t>
            </a:r>
            <a:endParaRPr lang="zh-CN" altLang="en-US" sz="2400" dirty="0"/>
          </a:p>
        </p:txBody>
      </p:sp>
      <p:sp>
        <p:nvSpPr>
          <p:cNvPr id="16" name="文本框 15">
            <a:extLst>
              <a:ext uri="{FF2B5EF4-FFF2-40B4-BE49-F238E27FC236}">
                <a16:creationId xmlns:a16="http://schemas.microsoft.com/office/drawing/2014/main" id="{62B6A0C8-1E0D-6D53-EE83-C7FD48DF5D2D}"/>
              </a:ext>
            </a:extLst>
          </p:cNvPr>
          <p:cNvSpPr txBox="1"/>
          <p:nvPr/>
        </p:nvSpPr>
        <p:spPr>
          <a:xfrm>
            <a:off x="7559922" y="17805075"/>
            <a:ext cx="4792087" cy="461665"/>
          </a:xfrm>
          <a:prstGeom prst="rect">
            <a:avLst/>
          </a:prstGeom>
          <a:noFill/>
          <a:ln w="28575">
            <a:solidFill>
              <a:schemeClr val="tx1"/>
            </a:solidFill>
          </a:ln>
        </p:spPr>
        <p:txBody>
          <a:bodyPr wrap="square" rtlCol="0">
            <a:spAutoFit/>
          </a:bodyPr>
          <a:lstStyle>
            <a:defPPr marR="0" lvl="0" algn="l" rtl="0">
              <a:lnSpc>
                <a:spcPct val="100000"/>
              </a:lnSpc>
              <a:spcBef>
                <a:spcPts val="0"/>
              </a:spcBef>
              <a:spcAft>
                <a:spcPts val="0"/>
              </a:spcAft>
              <a:defRPr/>
            </a:defPPr>
            <a:lvl1pPr algn="ctr">
              <a:defRPr sz="2400"/>
            </a:lvl1pPr>
          </a:lstStyle>
          <a:p>
            <a:r>
              <a:rPr lang="en-US" altLang="zh-CN" dirty="0"/>
              <a:t>Neural Network (MLP)</a:t>
            </a:r>
            <a:endParaRPr lang="zh-CN" altLang="en-US" dirty="0"/>
          </a:p>
        </p:txBody>
      </p:sp>
      <p:sp>
        <p:nvSpPr>
          <p:cNvPr id="17" name="文本框 16">
            <a:extLst>
              <a:ext uri="{FF2B5EF4-FFF2-40B4-BE49-F238E27FC236}">
                <a16:creationId xmlns:a16="http://schemas.microsoft.com/office/drawing/2014/main" id="{2C05E185-714D-78E9-0EDC-1B6A58A0E79C}"/>
              </a:ext>
            </a:extLst>
          </p:cNvPr>
          <p:cNvSpPr txBox="1"/>
          <p:nvPr/>
        </p:nvSpPr>
        <p:spPr>
          <a:xfrm>
            <a:off x="7559923" y="17208539"/>
            <a:ext cx="4792088" cy="461665"/>
          </a:xfrm>
          <a:prstGeom prst="rect">
            <a:avLst/>
          </a:prstGeom>
          <a:noFill/>
          <a:ln w="28575">
            <a:solidFill>
              <a:schemeClr val="tx1"/>
            </a:solidFill>
          </a:ln>
        </p:spPr>
        <p:txBody>
          <a:bodyPr wrap="square" rtlCol="0">
            <a:spAutoFit/>
          </a:bodyPr>
          <a:lstStyle>
            <a:defPPr marR="0" lvl="0" algn="l" rtl="0">
              <a:lnSpc>
                <a:spcPct val="100000"/>
              </a:lnSpc>
              <a:spcBef>
                <a:spcPts val="0"/>
              </a:spcBef>
              <a:spcAft>
                <a:spcPts val="0"/>
              </a:spcAft>
            </a:defPPr>
            <a:lvl1pPr algn="ctr">
              <a:defRPr sz="2400"/>
            </a:lvl1pPr>
          </a:lstStyle>
          <a:p>
            <a:r>
              <a:rPr lang="en-US" altLang="zh-CN" dirty="0"/>
              <a:t>Light Gradient Boosting</a:t>
            </a:r>
            <a:endParaRPr lang="zh-CN" altLang="en-US" dirty="0"/>
          </a:p>
        </p:txBody>
      </p:sp>
      <p:sp>
        <p:nvSpPr>
          <p:cNvPr id="18" name="文本框 17">
            <a:extLst>
              <a:ext uri="{FF2B5EF4-FFF2-40B4-BE49-F238E27FC236}">
                <a16:creationId xmlns:a16="http://schemas.microsoft.com/office/drawing/2014/main" id="{E9587CA2-69AE-54C1-10F6-24AEE1FBA204}"/>
              </a:ext>
            </a:extLst>
          </p:cNvPr>
          <p:cNvSpPr txBox="1"/>
          <p:nvPr/>
        </p:nvSpPr>
        <p:spPr>
          <a:xfrm>
            <a:off x="7241733" y="18847718"/>
            <a:ext cx="5249459" cy="523220"/>
          </a:xfrm>
          <a:prstGeom prst="rect">
            <a:avLst/>
          </a:prstGeom>
          <a:noFill/>
          <a:ln w="38100">
            <a:solidFill>
              <a:schemeClr val="tx1"/>
            </a:solidFill>
          </a:ln>
        </p:spPr>
        <p:txBody>
          <a:bodyPr wrap="square" rtlCol="0">
            <a:spAutoFit/>
          </a:bodyPr>
          <a:lstStyle/>
          <a:p>
            <a:pPr algn="ctr"/>
            <a:r>
              <a:rPr lang="en-US" altLang="zh-CN" sz="2800" dirty="0"/>
              <a:t>Hyperparameter Tuning</a:t>
            </a:r>
            <a:endParaRPr lang="zh-CN" altLang="en-US" sz="2800" dirty="0"/>
          </a:p>
        </p:txBody>
      </p:sp>
      <p:sp>
        <p:nvSpPr>
          <p:cNvPr id="19" name="文本框 18">
            <a:extLst>
              <a:ext uri="{FF2B5EF4-FFF2-40B4-BE49-F238E27FC236}">
                <a16:creationId xmlns:a16="http://schemas.microsoft.com/office/drawing/2014/main" id="{530DD9FD-E9C2-446D-79BC-99F77196EC56}"/>
              </a:ext>
            </a:extLst>
          </p:cNvPr>
          <p:cNvSpPr txBox="1"/>
          <p:nvPr/>
        </p:nvSpPr>
        <p:spPr>
          <a:xfrm>
            <a:off x="7241733" y="19768809"/>
            <a:ext cx="5249458" cy="529634"/>
          </a:xfrm>
          <a:prstGeom prst="rect">
            <a:avLst/>
          </a:prstGeom>
          <a:noFill/>
          <a:ln w="38100">
            <a:solidFill>
              <a:schemeClr val="tx1"/>
            </a:solidFill>
          </a:ln>
        </p:spPr>
        <p:txBody>
          <a:bodyPr wrap="square" rtlCol="0">
            <a:spAutoFit/>
          </a:bodyPr>
          <a:lstStyle>
            <a:defPPr marR="0" lvl="0" algn="l" rtl="0">
              <a:lnSpc>
                <a:spcPct val="100000"/>
              </a:lnSpc>
              <a:spcBef>
                <a:spcPts val="0"/>
              </a:spcBef>
              <a:spcAft>
                <a:spcPts val="0"/>
              </a:spcAft>
            </a:defPPr>
            <a:lvl1pPr>
              <a:defRPr/>
            </a:lvl1pPr>
          </a:lstStyle>
          <a:p>
            <a:pPr algn="ctr"/>
            <a:r>
              <a:rPr lang="en-US" altLang="zh-CN" sz="2800" dirty="0"/>
              <a:t>Modeling and Testing</a:t>
            </a:r>
            <a:endParaRPr lang="zh-CN" altLang="en-US" sz="2800" dirty="0"/>
          </a:p>
        </p:txBody>
      </p:sp>
      <p:sp>
        <p:nvSpPr>
          <p:cNvPr id="22" name="箭头: 下 21">
            <a:extLst>
              <a:ext uri="{FF2B5EF4-FFF2-40B4-BE49-F238E27FC236}">
                <a16:creationId xmlns:a16="http://schemas.microsoft.com/office/drawing/2014/main" id="{994E1480-CF20-5F61-AD03-10B4E97AA1A0}"/>
              </a:ext>
            </a:extLst>
          </p:cNvPr>
          <p:cNvSpPr/>
          <p:nvPr/>
        </p:nvSpPr>
        <p:spPr>
          <a:xfrm>
            <a:off x="9746237" y="11629805"/>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箭头: 下 22">
            <a:extLst>
              <a:ext uri="{FF2B5EF4-FFF2-40B4-BE49-F238E27FC236}">
                <a16:creationId xmlns:a16="http://schemas.microsoft.com/office/drawing/2014/main" id="{546F769A-870D-2A1F-1EB7-B1F7B37FD89F}"/>
              </a:ext>
            </a:extLst>
          </p:cNvPr>
          <p:cNvSpPr/>
          <p:nvPr/>
        </p:nvSpPr>
        <p:spPr>
          <a:xfrm>
            <a:off x="9746237" y="12525028"/>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5F42E383-5E24-C737-13D3-695F5CD8A9F1}"/>
              </a:ext>
            </a:extLst>
          </p:cNvPr>
          <p:cNvSpPr/>
          <p:nvPr/>
        </p:nvSpPr>
        <p:spPr>
          <a:xfrm>
            <a:off x="9746237" y="13421957"/>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id="{BA3F629D-A1A2-4FCE-0C53-0666E367A58D}"/>
              </a:ext>
            </a:extLst>
          </p:cNvPr>
          <p:cNvSpPr/>
          <p:nvPr/>
        </p:nvSpPr>
        <p:spPr>
          <a:xfrm>
            <a:off x="7241733" y="14736217"/>
            <a:ext cx="5249459" cy="3714046"/>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F9E221B2-AE42-E710-3A7D-BA21265AA199}"/>
              </a:ext>
            </a:extLst>
          </p:cNvPr>
          <p:cNvSpPr/>
          <p:nvPr/>
        </p:nvSpPr>
        <p:spPr>
          <a:xfrm>
            <a:off x="9752262" y="14334561"/>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Google Shape;89;p1">
            <a:extLst>
              <a:ext uri="{FF2B5EF4-FFF2-40B4-BE49-F238E27FC236}">
                <a16:creationId xmlns:a16="http://schemas.microsoft.com/office/drawing/2014/main" id="{A297B2E7-E4CB-EA0D-3B93-F80426C898DE}"/>
              </a:ext>
            </a:extLst>
          </p:cNvPr>
          <p:cNvSpPr/>
          <p:nvPr/>
        </p:nvSpPr>
        <p:spPr>
          <a:xfrm>
            <a:off x="13468670" y="3716114"/>
            <a:ext cx="10773564" cy="590721"/>
          </a:xfrm>
          <a:prstGeom prst="rect">
            <a:avLst/>
          </a:prstGeom>
          <a:solidFill>
            <a:srgbClr val="6D6E71"/>
          </a:solidFill>
          <a:ln>
            <a:noFill/>
          </a:ln>
        </p:spPr>
        <p:txBody>
          <a:bodyPr spcFirstLastPara="1" wrap="square" lIns="93600" tIns="46775" rIns="93600" bIns="46775" anchor="ctr" anchorCtr="0">
            <a:noAutofit/>
          </a:bodyPr>
          <a:lstStyle/>
          <a:p>
            <a:pPr marL="0" marR="0" lvl="0" indent="0" algn="ctr" rtl="0">
              <a:lnSpc>
                <a:spcPct val="100000"/>
              </a:lnSpc>
              <a:spcBef>
                <a:spcPts val="0"/>
              </a:spcBef>
              <a:spcAft>
                <a:spcPts val="0"/>
              </a:spcAft>
              <a:buClr>
                <a:srgbClr val="000000"/>
              </a:buClr>
              <a:buSzPts val="4914"/>
              <a:buFont typeface="Arial"/>
              <a:buNone/>
            </a:pPr>
            <a:r>
              <a:rPr lang="en-US" sz="4000" dirty="0">
                <a:solidFill>
                  <a:schemeClr val="lt1"/>
                </a:solidFill>
                <a:latin typeface="+mj-lt"/>
                <a:cs typeface="Times New Roman" panose="02020603050405020304" pitchFamily="18" charset="0"/>
              </a:rPr>
              <a:t>Cooling Energy Modeling</a:t>
            </a:r>
            <a:endParaRPr sz="4000" dirty="0">
              <a:solidFill>
                <a:schemeClr val="lt1"/>
              </a:solidFill>
              <a:latin typeface="+mj-lt"/>
              <a:cs typeface="Times New Roman" panose="02020603050405020304" pitchFamily="18" charset="0"/>
            </a:endParaRPr>
          </a:p>
        </p:txBody>
      </p:sp>
      <p:sp>
        <p:nvSpPr>
          <p:cNvPr id="32" name="Google Shape;89;p1">
            <a:extLst>
              <a:ext uri="{FF2B5EF4-FFF2-40B4-BE49-F238E27FC236}">
                <a16:creationId xmlns:a16="http://schemas.microsoft.com/office/drawing/2014/main" id="{95DD2817-BF78-5BFF-C865-F517C4D44D6D}"/>
              </a:ext>
            </a:extLst>
          </p:cNvPr>
          <p:cNvSpPr/>
          <p:nvPr/>
        </p:nvSpPr>
        <p:spPr>
          <a:xfrm>
            <a:off x="25145459" y="3714010"/>
            <a:ext cx="11096752" cy="590721"/>
          </a:xfrm>
          <a:prstGeom prst="rect">
            <a:avLst/>
          </a:prstGeom>
          <a:solidFill>
            <a:srgbClr val="6D6E71"/>
          </a:solidFill>
          <a:ln>
            <a:noFill/>
          </a:ln>
        </p:spPr>
        <p:txBody>
          <a:bodyPr spcFirstLastPara="1" wrap="square" lIns="93600" tIns="46775" rIns="93600" bIns="46775" anchor="ctr" anchorCtr="0">
            <a:noAutofit/>
          </a:bodyPr>
          <a:lstStyle/>
          <a:p>
            <a:pPr algn="ctr">
              <a:buSzPts val="4914"/>
            </a:pPr>
            <a:r>
              <a:rPr lang="en-US" sz="4000" dirty="0">
                <a:solidFill>
                  <a:schemeClr val="lt1"/>
                </a:solidFill>
                <a:latin typeface="+mj-lt"/>
                <a:cs typeface="Times New Roman" panose="02020603050405020304" pitchFamily="18" charset="0"/>
              </a:rPr>
              <a:t>Total Energy Modeling</a:t>
            </a:r>
            <a:endParaRPr sz="4000" dirty="0">
              <a:solidFill>
                <a:schemeClr val="lt1"/>
              </a:solidFill>
              <a:latin typeface="+mj-lt"/>
              <a:cs typeface="Times New Roman" panose="02020603050405020304" pitchFamily="18" charset="0"/>
            </a:endParaRPr>
          </a:p>
        </p:txBody>
      </p:sp>
      <p:graphicFrame>
        <p:nvGraphicFramePr>
          <p:cNvPr id="37" name="表格 36">
            <a:extLst>
              <a:ext uri="{FF2B5EF4-FFF2-40B4-BE49-F238E27FC236}">
                <a16:creationId xmlns:a16="http://schemas.microsoft.com/office/drawing/2014/main" id="{D35D5035-2C59-3E25-58CE-C2FEBEB5CFA1}"/>
              </a:ext>
            </a:extLst>
          </p:cNvPr>
          <p:cNvGraphicFramePr>
            <a:graphicFrameLocks noGrp="1"/>
          </p:cNvGraphicFramePr>
          <p:nvPr>
            <p:extLst>
              <p:ext uri="{D42A27DB-BD31-4B8C-83A1-F6EECF244321}">
                <p14:modId xmlns:p14="http://schemas.microsoft.com/office/powerpoint/2010/main" val="2621140229"/>
              </p:ext>
            </p:extLst>
          </p:nvPr>
        </p:nvGraphicFramePr>
        <p:xfrm>
          <a:off x="25170800" y="4805779"/>
          <a:ext cx="11027196" cy="871728"/>
        </p:xfrm>
        <a:graphic>
          <a:graphicData uri="http://schemas.openxmlformats.org/drawingml/2006/table">
            <a:tbl>
              <a:tblPr firstRow="1" bandRow="1">
                <a:tableStyleId>{E8DDD99D-3CE5-4571-B72D-CADC5CCD0126}</a:tableStyleId>
              </a:tblPr>
              <a:tblGrid>
                <a:gridCol w="5383753">
                  <a:extLst>
                    <a:ext uri="{9D8B030D-6E8A-4147-A177-3AD203B41FA5}">
                      <a16:colId xmlns:a16="http://schemas.microsoft.com/office/drawing/2014/main" val="3434095114"/>
                    </a:ext>
                  </a:extLst>
                </a:gridCol>
                <a:gridCol w="5643443">
                  <a:extLst>
                    <a:ext uri="{9D8B030D-6E8A-4147-A177-3AD203B41FA5}">
                      <a16:colId xmlns:a16="http://schemas.microsoft.com/office/drawing/2014/main" val="1347835614"/>
                    </a:ext>
                  </a:extLst>
                </a:gridCol>
              </a:tblGrid>
              <a:tr h="435864">
                <a:tc>
                  <a:txBody>
                    <a:bodyPr/>
                    <a:lstStyle/>
                    <a:p>
                      <a:pPr algn="ctr"/>
                      <a:r>
                        <a:rPr lang="en-US" altLang="zh-CN" sz="2200" b="0" i="0" u="none" strike="noStrike" cap="none" dirty="0">
                          <a:solidFill>
                            <a:srgbClr val="000000"/>
                          </a:solidFill>
                          <a:latin typeface="Arial"/>
                          <a:cs typeface="Arial"/>
                          <a:sym typeface="Arial"/>
                        </a:rPr>
                        <a:t>Best Model Option</a:t>
                      </a:r>
                      <a:endParaRPr lang="zh-CN" altLang="en-US" sz="2200" b="0" i="0" u="none" strike="noStrike" cap="none" dirty="0">
                        <a:solidFill>
                          <a:srgbClr val="000000"/>
                        </a:solidFill>
                        <a:latin typeface="Arial"/>
                        <a:cs typeface="Arial"/>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Mean Squared Error (kWh</a:t>
                      </a:r>
                      <a:r>
                        <a:rPr lang="en-US" altLang="zh-CN" sz="2200" b="0" i="0" u="none" strike="noStrike" cap="none" baseline="30000" dirty="0">
                          <a:solidFill>
                            <a:srgbClr val="000000"/>
                          </a:solidFill>
                          <a:latin typeface="Arial"/>
                          <a:cs typeface="Arial"/>
                          <a:sym typeface="Arial"/>
                        </a:rPr>
                        <a:t>2</a:t>
                      </a:r>
                      <a:r>
                        <a:rPr lang="en-US" altLang="zh-CN" sz="2200" b="0" i="0" u="none" strike="noStrike" cap="none" dirty="0">
                          <a:solidFill>
                            <a:srgbClr val="000000"/>
                          </a:solidFill>
                          <a:latin typeface="Arial"/>
                          <a:cs typeface="Arial"/>
                          <a:sym typeface="Arial"/>
                        </a:rPr>
                        <a:t>)</a:t>
                      </a:r>
                      <a:endParaRPr lang="zh-CN" altLang="en-US" sz="2200" b="0" i="0" u="none" strike="noStrike" cap="none" dirty="0">
                        <a:solidFill>
                          <a:srgbClr val="000000"/>
                        </a:solidFill>
                        <a:latin typeface="Arial"/>
                        <a:cs typeface="Arial"/>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1840062"/>
                  </a:ext>
                </a:extLst>
              </a:tr>
              <a:tr h="435864">
                <a:tc>
                  <a:txBody>
                    <a:bodyPr/>
                    <a:lstStyle/>
                    <a:p>
                      <a:pPr algn="ctr"/>
                      <a:r>
                        <a:rPr lang="en-US" altLang="zh-CN" sz="2200" b="0" i="0" u="none" strike="noStrike" cap="none" dirty="0">
                          <a:solidFill>
                            <a:srgbClr val="000000"/>
                          </a:solidFill>
                          <a:latin typeface="Arial"/>
                          <a:cs typeface="Arial"/>
                          <a:sym typeface="Arial"/>
                        </a:rPr>
                        <a:t>Light Gradient Boosting</a:t>
                      </a:r>
                      <a:endParaRPr lang="zh-CN" altLang="en-US" sz="2200" b="0" i="0" u="none" strike="noStrike" cap="none" dirty="0">
                        <a:solidFill>
                          <a:srgbClr val="000000"/>
                        </a:solidFill>
                        <a:latin typeface="Arial"/>
                        <a:cs typeface="Arial"/>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20,988,192.43</a:t>
                      </a:r>
                      <a:endParaRPr lang="zh-CN" altLang="en-US" sz="2200" b="0" i="0" u="none" strike="noStrike" cap="none" dirty="0">
                        <a:solidFill>
                          <a:srgbClr val="000000"/>
                        </a:solidFill>
                        <a:latin typeface="Arial"/>
                        <a:cs typeface="Arial"/>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8838568"/>
                  </a:ext>
                </a:extLst>
              </a:tr>
            </a:tbl>
          </a:graphicData>
        </a:graphic>
      </p:graphicFrame>
      <p:sp>
        <p:nvSpPr>
          <p:cNvPr id="40" name="文本框 39">
            <a:extLst>
              <a:ext uri="{FF2B5EF4-FFF2-40B4-BE49-F238E27FC236}">
                <a16:creationId xmlns:a16="http://schemas.microsoft.com/office/drawing/2014/main" id="{97EEE5B5-2A00-43BD-AAF2-BBB285B56A17}"/>
              </a:ext>
            </a:extLst>
          </p:cNvPr>
          <p:cNvSpPr txBox="1"/>
          <p:nvPr/>
        </p:nvSpPr>
        <p:spPr>
          <a:xfrm>
            <a:off x="15951404" y="11343113"/>
            <a:ext cx="7104830" cy="430887"/>
          </a:xfrm>
          <a:prstGeom prst="rect">
            <a:avLst/>
          </a:prstGeom>
          <a:noFill/>
        </p:spPr>
        <p:txBody>
          <a:bodyPr wrap="none" rtlCol="0">
            <a:spAutoFit/>
          </a:bodyPr>
          <a:lstStyle/>
          <a:p>
            <a:r>
              <a:rPr lang="en-US" altLang="zh-CN" sz="2200" dirty="0"/>
              <a:t>Figure 2.2: Actual / Predicted Cooling Energy with GBR</a:t>
            </a:r>
            <a:endParaRPr lang="zh-CN" altLang="en-US" sz="2200" dirty="0"/>
          </a:p>
        </p:txBody>
      </p:sp>
      <p:sp>
        <p:nvSpPr>
          <p:cNvPr id="41" name="文本框 40">
            <a:extLst>
              <a:ext uri="{FF2B5EF4-FFF2-40B4-BE49-F238E27FC236}">
                <a16:creationId xmlns:a16="http://schemas.microsoft.com/office/drawing/2014/main" id="{805EB5E8-6FF1-5700-DA43-944EBC7908E0}"/>
              </a:ext>
            </a:extLst>
          </p:cNvPr>
          <p:cNvSpPr txBox="1"/>
          <p:nvPr/>
        </p:nvSpPr>
        <p:spPr>
          <a:xfrm>
            <a:off x="27752366" y="11335064"/>
            <a:ext cx="6933308" cy="430887"/>
          </a:xfrm>
          <a:prstGeom prst="rect">
            <a:avLst/>
          </a:prstGeom>
          <a:noFill/>
        </p:spPr>
        <p:txBody>
          <a:bodyPr wrap="none" rtlCol="0">
            <a:spAutoFit/>
          </a:bodyPr>
          <a:lstStyle/>
          <a:p>
            <a:r>
              <a:rPr lang="en-US" altLang="zh-CN" sz="2200" dirty="0"/>
              <a:t>Figure 3.2: Actual / Predicted Total Energy with LGBR</a:t>
            </a:r>
            <a:endParaRPr lang="zh-CN" altLang="en-US" sz="2200" dirty="0"/>
          </a:p>
        </p:txBody>
      </p:sp>
      <p:sp>
        <p:nvSpPr>
          <p:cNvPr id="42" name="文本框 41">
            <a:extLst>
              <a:ext uri="{FF2B5EF4-FFF2-40B4-BE49-F238E27FC236}">
                <a16:creationId xmlns:a16="http://schemas.microsoft.com/office/drawing/2014/main" id="{64103779-A377-2160-6395-8D4BA46B5AB8}"/>
              </a:ext>
            </a:extLst>
          </p:cNvPr>
          <p:cNvSpPr txBox="1"/>
          <p:nvPr/>
        </p:nvSpPr>
        <p:spPr>
          <a:xfrm>
            <a:off x="6709353" y="3856254"/>
            <a:ext cx="6665532" cy="6986528"/>
          </a:xfrm>
          <a:prstGeom prst="rect">
            <a:avLst/>
          </a:prstGeom>
          <a:noFill/>
        </p:spPr>
        <p:txBody>
          <a:bodyPr wrap="square" rtlCol="0">
            <a:spAutoFit/>
          </a:bodyPr>
          <a:lstStyle/>
          <a:p>
            <a:r>
              <a:rPr lang="en-US" altLang="zh-CN" sz="2800" dirty="0"/>
              <a:t>	The statistical modeling was conducted using machine learning methods as shown in Figure 1.1. Raw data from the NREL database was preprocessed through operations such as data type transformation and outlier filtration. The processed dataset was then randomly split into 70% for training and 30% for testing. The training subset was used to fit the model, while the testing subset was applied to evaluate performance. Model accuracy was assessed using Mean Squared Error (MSE). Hyperparameter tuning (HT) was implemented to optimize the modeling parameters.</a:t>
            </a:r>
            <a:endParaRPr lang="zh-CN" altLang="en-US" sz="2800" dirty="0">
              <a:solidFill>
                <a:schemeClr val="dk1"/>
              </a:solidFill>
            </a:endParaRPr>
          </a:p>
        </p:txBody>
      </p:sp>
      <p:graphicFrame>
        <p:nvGraphicFramePr>
          <p:cNvPr id="4" name="表格 3">
            <a:extLst>
              <a:ext uri="{FF2B5EF4-FFF2-40B4-BE49-F238E27FC236}">
                <a16:creationId xmlns:a16="http://schemas.microsoft.com/office/drawing/2014/main" id="{A7FF4853-E98B-D78A-650B-265A1E2A98CD}"/>
              </a:ext>
            </a:extLst>
          </p:cNvPr>
          <p:cNvGraphicFramePr>
            <a:graphicFrameLocks noGrp="1"/>
          </p:cNvGraphicFramePr>
          <p:nvPr>
            <p:extLst>
              <p:ext uri="{D42A27DB-BD31-4B8C-83A1-F6EECF244321}">
                <p14:modId xmlns:p14="http://schemas.microsoft.com/office/powerpoint/2010/main" val="3166834846"/>
              </p:ext>
            </p:extLst>
          </p:nvPr>
        </p:nvGraphicFramePr>
        <p:xfrm>
          <a:off x="13860917" y="4805779"/>
          <a:ext cx="10300036" cy="871728"/>
        </p:xfrm>
        <a:graphic>
          <a:graphicData uri="http://schemas.openxmlformats.org/drawingml/2006/table">
            <a:tbl>
              <a:tblPr firstRow="1" bandRow="1">
                <a:tableStyleId>{E8DDD99D-3CE5-4571-B72D-CADC5CCD0126}</a:tableStyleId>
              </a:tblPr>
              <a:tblGrid>
                <a:gridCol w="5872368">
                  <a:extLst>
                    <a:ext uri="{9D8B030D-6E8A-4147-A177-3AD203B41FA5}">
                      <a16:colId xmlns:a16="http://schemas.microsoft.com/office/drawing/2014/main" val="1763909180"/>
                    </a:ext>
                  </a:extLst>
                </a:gridCol>
                <a:gridCol w="4427668">
                  <a:extLst>
                    <a:ext uri="{9D8B030D-6E8A-4147-A177-3AD203B41FA5}">
                      <a16:colId xmlns:a16="http://schemas.microsoft.com/office/drawing/2014/main" val="517690408"/>
                    </a:ext>
                  </a:extLst>
                </a:gridCol>
              </a:tblGrid>
              <a:tr h="190875">
                <a:tc>
                  <a:txBody>
                    <a:bodyPr/>
                    <a:lstStyle/>
                    <a:p>
                      <a:pPr algn="ctr"/>
                      <a:r>
                        <a:rPr lang="en-US" altLang="zh-CN" sz="2200" dirty="0"/>
                        <a:t>Best Model Option</a:t>
                      </a:r>
                      <a:endParaRPr lang="zh-CN" altLang="en-US" sz="2200" dirty="0"/>
                    </a:p>
                  </a:txBody>
                  <a:tcPr marT="50292" marB="502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Mean Squared Error (kWh</a:t>
                      </a:r>
                      <a:r>
                        <a:rPr lang="en-US" altLang="zh-CN" sz="2200" baseline="30000" dirty="0"/>
                        <a:t>2</a:t>
                      </a:r>
                      <a:r>
                        <a:rPr lang="en-US" altLang="zh-CN" sz="2200" dirty="0"/>
                        <a:t>)</a:t>
                      </a:r>
                      <a:endParaRPr lang="zh-CN" altLang="en-US" sz="2200" dirty="0"/>
                    </a:p>
                  </a:txBody>
                  <a:tcPr marT="50292" marB="502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2467200"/>
                  </a:ext>
                </a:extLst>
              </a:tr>
              <a:tr h="190875">
                <a:tc>
                  <a:txBody>
                    <a:bodyPr/>
                    <a:lstStyle/>
                    <a:p>
                      <a:pPr algn="ctr"/>
                      <a:r>
                        <a:rPr lang="en-US" altLang="zh-CN" sz="2200" dirty="0"/>
                        <a:t>Gradient Boosting Regressor</a:t>
                      </a:r>
                      <a:endParaRPr lang="zh-CN" altLang="en-US" sz="2200" dirty="0"/>
                    </a:p>
                  </a:txBody>
                  <a:tcPr marT="50292" marB="502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5,638,390.12</a:t>
                      </a:r>
                      <a:endParaRPr lang="zh-CN" altLang="en-US" sz="2200" dirty="0"/>
                    </a:p>
                  </a:txBody>
                  <a:tcPr marT="50292" marB="5029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58411282"/>
                  </a:ext>
                </a:extLst>
              </a:tr>
            </a:tbl>
          </a:graphicData>
        </a:graphic>
      </p:graphicFrame>
      <p:graphicFrame>
        <p:nvGraphicFramePr>
          <p:cNvPr id="27" name="表格 26">
            <a:extLst>
              <a:ext uri="{FF2B5EF4-FFF2-40B4-BE49-F238E27FC236}">
                <a16:creationId xmlns:a16="http://schemas.microsoft.com/office/drawing/2014/main" id="{BEFCEA43-CB80-B041-224A-CBC1D2B6B0EE}"/>
              </a:ext>
            </a:extLst>
          </p:cNvPr>
          <p:cNvGraphicFramePr>
            <a:graphicFrameLocks noGrp="1"/>
          </p:cNvGraphicFramePr>
          <p:nvPr>
            <p:extLst>
              <p:ext uri="{D42A27DB-BD31-4B8C-83A1-F6EECF244321}">
                <p14:modId xmlns:p14="http://schemas.microsoft.com/office/powerpoint/2010/main" val="406618994"/>
              </p:ext>
            </p:extLst>
          </p:nvPr>
        </p:nvGraphicFramePr>
        <p:xfrm>
          <a:off x="14363148" y="12521636"/>
          <a:ext cx="10134976" cy="2560320"/>
        </p:xfrm>
        <a:graphic>
          <a:graphicData uri="http://schemas.openxmlformats.org/drawingml/2006/table">
            <a:tbl>
              <a:tblPr firstRow="1" bandRow="1">
                <a:tableStyleId>{E8DDD99D-3CE5-4571-B72D-CADC5CCD0126}</a:tableStyleId>
              </a:tblPr>
              <a:tblGrid>
                <a:gridCol w="569401">
                  <a:extLst>
                    <a:ext uri="{9D8B030D-6E8A-4147-A177-3AD203B41FA5}">
                      <a16:colId xmlns:a16="http://schemas.microsoft.com/office/drawing/2014/main" val="2109971885"/>
                    </a:ext>
                  </a:extLst>
                </a:gridCol>
                <a:gridCol w="6187250">
                  <a:extLst>
                    <a:ext uri="{9D8B030D-6E8A-4147-A177-3AD203B41FA5}">
                      <a16:colId xmlns:a16="http://schemas.microsoft.com/office/drawing/2014/main" val="2068169986"/>
                    </a:ext>
                  </a:extLst>
                </a:gridCol>
                <a:gridCol w="3378325">
                  <a:extLst>
                    <a:ext uri="{9D8B030D-6E8A-4147-A177-3AD203B41FA5}">
                      <a16:colId xmlns:a16="http://schemas.microsoft.com/office/drawing/2014/main" val="804562383"/>
                    </a:ext>
                  </a:extLst>
                </a:gridCol>
              </a:tblGrid>
              <a:tr h="293450">
                <a:tc>
                  <a:txBody>
                    <a:bodyPr/>
                    <a:lstStyle/>
                    <a:p>
                      <a:pPr algn="ct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Variable Name</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Importance Value (IV)</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672978"/>
                  </a:ext>
                </a:extLst>
              </a:tr>
              <a:tr h="293450">
                <a:tc>
                  <a:txBody>
                    <a:bodyPr/>
                    <a:lstStyle/>
                    <a:p>
                      <a:pPr algn="ctr"/>
                      <a:r>
                        <a:rPr lang="en-US" altLang="zh-CN" sz="2200" dirty="0"/>
                        <a:t>1</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Building Geometry</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0.314</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7495046"/>
                  </a:ext>
                </a:extLst>
              </a:tr>
              <a:tr h="293450">
                <a:tc>
                  <a:txBody>
                    <a:bodyPr/>
                    <a:lstStyle/>
                    <a:p>
                      <a:pPr algn="ctr"/>
                      <a:r>
                        <a:rPr lang="en-US" altLang="zh-CN" sz="2200" dirty="0"/>
                        <a:t>2</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Geometry Building Type</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0.180</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448074"/>
                  </a:ext>
                </a:extLst>
              </a:tr>
              <a:tr h="293450">
                <a:tc>
                  <a:txBody>
                    <a:bodyPr/>
                    <a:lstStyle/>
                    <a:p>
                      <a:pPr algn="ctr"/>
                      <a:r>
                        <a:rPr lang="en-US" altLang="zh-CN" sz="2200" dirty="0"/>
                        <a:t>3</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AC Cooling Type</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0.161</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994282"/>
                  </a:ext>
                </a:extLst>
              </a:tr>
              <a:tr h="293450">
                <a:tc>
                  <a:txBody>
                    <a:bodyPr/>
                    <a:lstStyle/>
                    <a:p>
                      <a:pPr algn="ctr"/>
                      <a:r>
                        <a:rPr lang="en-US" altLang="zh-CN" sz="2200" dirty="0"/>
                        <a:t>4</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Floor Area</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0.100</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5328748"/>
                  </a:ext>
                </a:extLst>
              </a:tr>
              <a:tr h="293450">
                <a:tc>
                  <a:txBody>
                    <a:bodyPr/>
                    <a:lstStyle/>
                    <a:p>
                      <a:pPr algn="ctr"/>
                      <a:r>
                        <a:rPr lang="en-US" altLang="zh-CN" sz="2200" dirty="0"/>
                        <a:t>5</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Income</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dirty="0"/>
                        <a:t>0.044</a:t>
                      </a:r>
                      <a:endParaRPr lang="zh-CN" altLang="en-US" sz="2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6379313"/>
                  </a:ext>
                </a:extLst>
              </a:tr>
            </a:tbl>
          </a:graphicData>
        </a:graphic>
      </p:graphicFrame>
      <p:graphicFrame>
        <p:nvGraphicFramePr>
          <p:cNvPr id="33" name="表格 32">
            <a:extLst>
              <a:ext uri="{FF2B5EF4-FFF2-40B4-BE49-F238E27FC236}">
                <a16:creationId xmlns:a16="http://schemas.microsoft.com/office/drawing/2014/main" id="{5B5247A2-5B2E-3188-3FC9-889F9A27113C}"/>
              </a:ext>
            </a:extLst>
          </p:cNvPr>
          <p:cNvGraphicFramePr>
            <a:graphicFrameLocks noGrp="1"/>
          </p:cNvGraphicFramePr>
          <p:nvPr>
            <p:extLst>
              <p:ext uri="{D42A27DB-BD31-4B8C-83A1-F6EECF244321}">
                <p14:modId xmlns:p14="http://schemas.microsoft.com/office/powerpoint/2010/main" val="4060586586"/>
              </p:ext>
            </p:extLst>
          </p:nvPr>
        </p:nvGraphicFramePr>
        <p:xfrm>
          <a:off x="25626348" y="12505956"/>
          <a:ext cx="10134975" cy="2572404"/>
        </p:xfrm>
        <a:graphic>
          <a:graphicData uri="http://schemas.openxmlformats.org/drawingml/2006/table">
            <a:tbl>
              <a:tblPr firstRow="1" bandRow="1">
                <a:tableStyleId>{E8DDD99D-3CE5-4571-B72D-CADC5CCD0126}</a:tableStyleId>
              </a:tblPr>
              <a:tblGrid>
                <a:gridCol w="563097">
                  <a:extLst>
                    <a:ext uri="{9D8B030D-6E8A-4147-A177-3AD203B41FA5}">
                      <a16:colId xmlns:a16="http://schemas.microsoft.com/office/drawing/2014/main" val="2109971885"/>
                    </a:ext>
                  </a:extLst>
                </a:gridCol>
                <a:gridCol w="6193553">
                  <a:extLst>
                    <a:ext uri="{9D8B030D-6E8A-4147-A177-3AD203B41FA5}">
                      <a16:colId xmlns:a16="http://schemas.microsoft.com/office/drawing/2014/main" val="2068169986"/>
                    </a:ext>
                  </a:extLst>
                </a:gridCol>
                <a:gridCol w="3378325">
                  <a:extLst>
                    <a:ext uri="{9D8B030D-6E8A-4147-A177-3AD203B41FA5}">
                      <a16:colId xmlns:a16="http://schemas.microsoft.com/office/drawing/2014/main" val="804562383"/>
                    </a:ext>
                  </a:extLst>
                </a:gridCol>
              </a:tblGrid>
              <a:tr h="428734">
                <a:tc>
                  <a:txBody>
                    <a:bodyPr/>
                    <a:lstStyle/>
                    <a:p>
                      <a:pPr algn="ct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Variable Name</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Importance Value (IV)</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672978"/>
                  </a:ext>
                </a:extLst>
              </a:tr>
              <a:tr h="428734">
                <a:tc>
                  <a:txBody>
                    <a:bodyPr/>
                    <a:lstStyle/>
                    <a:p>
                      <a:pPr algn="ctr"/>
                      <a:r>
                        <a:rPr lang="en-US" altLang="zh-CN" sz="2200" b="0" i="0" u="none" strike="noStrike" cap="none" dirty="0">
                          <a:solidFill>
                            <a:srgbClr val="000000"/>
                          </a:solidFill>
                          <a:latin typeface="Arial"/>
                          <a:cs typeface="Arial"/>
                          <a:sym typeface="Aria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Building Geometry</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0.168</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7495046"/>
                  </a:ext>
                </a:extLst>
              </a:tr>
              <a:tr h="428734">
                <a:tc>
                  <a:txBody>
                    <a:bodyPr/>
                    <a:lstStyle/>
                    <a:p>
                      <a:pPr algn="ctr"/>
                      <a:r>
                        <a:rPr lang="en-US" altLang="zh-CN" sz="2200" b="0" i="0" u="none" strike="noStrike" cap="none" dirty="0">
                          <a:solidFill>
                            <a:srgbClr val="000000"/>
                          </a:solidFill>
                          <a:latin typeface="Arial"/>
                          <a:cs typeface="Arial"/>
                          <a:sym typeface="Arial"/>
                        </a:rPr>
                        <a:t>2</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 Geometry Floor Area</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0.093</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2448074"/>
                  </a:ext>
                </a:extLst>
              </a:tr>
              <a:tr h="428734">
                <a:tc>
                  <a:txBody>
                    <a:bodyPr/>
                    <a:lstStyle/>
                    <a:p>
                      <a:pPr algn="ctr"/>
                      <a:r>
                        <a:rPr lang="en-US" altLang="zh-CN" sz="2200" b="0" i="0" u="none" strike="noStrike" cap="none" dirty="0">
                          <a:solidFill>
                            <a:srgbClr val="000000"/>
                          </a:solidFill>
                          <a:latin typeface="Arial"/>
                          <a:cs typeface="Arial"/>
                          <a:sym typeface="Arial"/>
                        </a:rPr>
                        <a:t>3</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Occupant Count</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0.087</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5994282"/>
                  </a:ext>
                </a:extLst>
              </a:tr>
              <a:tr h="428734">
                <a:tc>
                  <a:txBody>
                    <a:bodyPr/>
                    <a:lstStyle/>
                    <a:p>
                      <a:pPr algn="ctr"/>
                      <a:r>
                        <a:rPr lang="en-US" altLang="zh-CN" sz="2200" b="0" i="0" u="none" strike="noStrike" cap="none" dirty="0">
                          <a:solidFill>
                            <a:srgbClr val="000000"/>
                          </a:solidFill>
                          <a:latin typeface="Arial"/>
                          <a:cs typeface="Arial"/>
                          <a:sym typeface="Arial"/>
                        </a:rPr>
                        <a:t>4</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Vintage</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0.080</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5328748"/>
                  </a:ext>
                </a:extLst>
              </a:tr>
              <a:tr h="428734">
                <a:tc>
                  <a:txBody>
                    <a:bodyPr/>
                    <a:lstStyle/>
                    <a:p>
                      <a:pPr algn="ctr"/>
                      <a:r>
                        <a:rPr lang="en-US" altLang="zh-CN" sz="2200" b="0" i="0" u="none" strike="noStrike" cap="none" dirty="0">
                          <a:solidFill>
                            <a:srgbClr val="000000"/>
                          </a:solidFill>
                          <a:latin typeface="Arial"/>
                          <a:cs typeface="Arial"/>
                          <a:sym typeface="Arial"/>
                        </a:rPr>
                        <a:t>5</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Temperature of Starting Heating </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2200" b="0" i="0" u="none" strike="noStrike" cap="none" dirty="0">
                          <a:solidFill>
                            <a:srgbClr val="000000"/>
                          </a:solidFill>
                          <a:latin typeface="Arial"/>
                          <a:cs typeface="Arial"/>
                          <a:sym typeface="Arial"/>
                        </a:rPr>
                        <a:t>0.074</a:t>
                      </a:r>
                      <a:endParaRPr lang="zh-CN" altLang="en-US" sz="2200" b="0" i="0" u="none" strike="noStrike" cap="none" dirty="0">
                        <a:solidFill>
                          <a:srgbClr val="000000"/>
                        </a:solidFill>
                        <a:latin typeface="Arial"/>
                        <a:cs typeface="Arial"/>
                        <a:sym typeface="Aria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6379313"/>
                  </a:ext>
                </a:extLst>
              </a:tr>
            </a:tbl>
          </a:graphicData>
        </a:graphic>
      </p:graphicFrame>
      <p:sp>
        <p:nvSpPr>
          <p:cNvPr id="3" name="TextBox 2">
            <a:extLst>
              <a:ext uri="{FF2B5EF4-FFF2-40B4-BE49-F238E27FC236}">
                <a16:creationId xmlns:a16="http://schemas.microsoft.com/office/drawing/2014/main" id="{40EA9B9A-C66D-BD18-AFC3-C327E6A8F54C}"/>
              </a:ext>
            </a:extLst>
          </p:cNvPr>
          <p:cNvSpPr txBox="1"/>
          <p:nvPr/>
        </p:nvSpPr>
        <p:spPr>
          <a:xfrm>
            <a:off x="13468670" y="15593605"/>
            <a:ext cx="22935710" cy="3970318"/>
          </a:xfrm>
          <a:prstGeom prst="rect">
            <a:avLst/>
          </a:prstGeom>
          <a:noFill/>
        </p:spPr>
        <p:txBody>
          <a:bodyPr wrap="square" rtlCol="0">
            <a:spAutoFit/>
          </a:bodyPr>
          <a:lstStyle/>
          <a:p>
            <a:r>
              <a:rPr lang="en-US" altLang="zh-CN" sz="2800" dirty="0"/>
              <a:t>	For cooling energy modeling, the Gradient Boosting Regressor demonstrated strong predictive performance with a relatively low MSE ≈ 5.6M kWh² as shown in the Table 2.1. The variable importance </a:t>
            </a:r>
            <a:r>
              <a:rPr lang="en-US" altLang="zh-CN" sz="2800"/>
              <a:t>analysis shown in Table 2.3 </a:t>
            </a:r>
            <a:r>
              <a:rPr lang="en-US" altLang="zh-CN" sz="2800" dirty="0"/>
              <a:t>suggests that building geometry plays the dominant role, followed by building type, HVAC cooling type, and floor area. These findings follow expectations, as structural design and cooling systems can highly influence the cooling loads. For total energy modeling, the light Gradient Boosting Regressor showed effectiveness with MSE ≈ 21.0M kWh² as shown in Table 3.1. The importance value analysis shown in Table 3.3 suggests that the features in building structure have the greatest contribution to the total energy consumption to the household, which corresponds to the findings in the cooling energy modeling.</a:t>
            </a:r>
          </a:p>
          <a:p>
            <a:r>
              <a:rPr lang="en-US" altLang="zh-CN" sz="2800" dirty="0"/>
              <a:t>	 For future work, expanding the dataset to include more granular temporal patterns (e.g., hourly or seasonal loads) could improve model accuracy, particularly for total energy consumption. Finally, exploring hybrid models or deep learning approaches may help understand interactions more effectively, enhancing predictive power and enabling real-time energy management applications in smart building systems.</a:t>
            </a:r>
            <a:endParaRPr lang="zh-CN" altLang="en-US" sz="2800" dirty="0"/>
          </a:p>
        </p:txBody>
      </p:sp>
      <p:cxnSp>
        <p:nvCxnSpPr>
          <p:cNvPr id="21" name="Straight Connector 20">
            <a:extLst>
              <a:ext uri="{FF2B5EF4-FFF2-40B4-BE49-F238E27FC236}">
                <a16:creationId xmlns:a16="http://schemas.microsoft.com/office/drawing/2014/main" id="{EE44911C-33D9-71CE-6E54-F8D32A32DDC8}"/>
              </a:ext>
            </a:extLst>
          </p:cNvPr>
          <p:cNvCxnSpPr/>
          <p:nvPr/>
        </p:nvCxnSpPr>
        <p:spPr>
          <a:xfrm>
            <a:off x="323589" y="20470749"/>
            <a:ext cx="5584842"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DDEDC088-49C6-C429-2E57-55CEE30DF832}"/>
              </a:ext>
            </a:extLst>
          </p:cNvPr>
          <p:cNvSpPr txBox="1"/>
          <p:nvPr/>
        </p:nvSpPr>
        <p:spPr>
          <a:xfrm>
            <a:off x="370555" y="20604445"/>
            <a:ext cx="5959862" cy="954107"/>
          </a:xfrm>
          <a:prstGeom prst="rect">
            <a:avLst/>
          </a:prstGeom>
          <a:noFill/>
        </p:spPr>
        <p:txBody>
          <a:bodyPr wrap="square" rtlCol="0">
            <a:spAutoFit/>
          </a:bodyPr>
          <a:lstStyle/>
          <a:p>
            <a:r>
              <a:rPr lang="en-US" altLang="zh-CN" sz="2800" dirty="0"/>
              <a:t>[1] NREL. ResStock database. https://resstock.nrel.gov/datasets</a:t>
            </a:r>
            <a:endParaRPr lang="zh-CN" altLang="en-US" sz="2800" dirty="0"/>
          </a:p>
        </p:txBody>
      </p:sp>
      <p:sp>
        <p:nvSpPr>
          <p:cNvPr id="34" name="TextBox 33">
            <a:extLst>
              <a:ext uri="{FF2B5EF4-FFF2-40B4-BE49-F238E27FC236}">
                <a16:creationId xmlns:a16="http://schemas.microsoft.com/office/drawing/2014/main" id="{C9201E8A-0B24-95F4-AA1D-2385B35CC29F}"/>
              </a:ext>
            </a:extLst>
          </p:cNvPr>
          <p:cNvSpPr txBox="1"/>
          <p:nvPr/>
        </p:nvSpPr>
        <p:spPr>
          <a:xfrm>
            <a:off x="12216941" y="2090059"/>
            <a:ext cx="12025291" cy="646331"/>
          </a:xfrm>
          <a:prstGeom prst="rect">
            <a:avLst/>
          </a:prstGeom>
          <a:noFill/>
        </p:spPr>
        <p:txBody>
          <a:bodyPr wrap="square" rtlCol="0">
            <a:spAutoFit/>
          </a:bodyPr>
          <a:lstStyle/>
          <a:p>
            <a:pPr algn="ctr"/>
            <a:r>
              <a:rPr lang="en-US" altLang="zh-CN" sz="3600" baseline="30000" dirty="0">
                <a:solidFill>
                  <a:schemeClr val="bg1"/>
                </a:solidFill>
              </a:rPr>
              <a:t>1 </a:t>
            </a:r>
            <a:r>
              <a:rPr lang="en-US" altLang="zh-CN" sz="3600" dirty="0">
                <a:solidFill>
                  <a:schemeClr val="bg1"/>
                </a:solidFill>
              </a:rPr>
              <a:t>Carnegie Mellon University, Pittsburgh, PA, USA</a:t>
            </a:r>
            <a:endParaRPr lang="zh-CN" altLang="en-US" sz="3600" dirty="0">
              <a:solidFill>
                <a:schemeClr val="bg1"/>
              </a:solidFill>
            </a:endParaRPr>
          </a:p>
        </p:txBody>
      </p:sp>
      <p:pic>
        <p:nvPicPr>
          <p:cNvPr id="1028" name="Picture 4">
            <a:extLst>
              <a:ext uri="{FF2B5EF4-FFF2-40B4-BE49-F238E27FC236}">
                <a16:creationId xmlns:a16="http://schemas.microsoft.com/office/drawing/2014/main" id="{49F5F45E-5DD8-666C-2112-5BC6EFCA22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53380" y="355509"/>
            <a:ext cx="2179394" cy="2186659"/>
          </a:xfrm>
          <a:prstGeom prst="rect">
            <a:avLst/>
          </a:prstGeom>
          <a:noFill/>
          <a:extLst>
            <a:ext uri="{909E8E84-426E-40DD-AFC4-6F175D3DCCD1}">
              <a14:hiddenFill xmlns:a14="http://schemas.microsoft.com/office/drawing/2010/main">
                <a:solidFill>
                  <a:srgbClr val="FFFFFF"/>
                </a:solidFill>
              </a14:hiddenFill>
            </a:ext>
          </a:extLst>
        </p:spPr>
      </p:pic>
      <p:sp>
        <p:nvSpPr>
          <p:cNvPr id="44" name="箭头: 下 43">
            <a:extLst>
              <a:ext uri="{FF2B5EF4-FFF2-40B4-BE49-F238E27FC236}">
                <a16:creationId xmlns:a16="http://schemas.microsoft.com/office/drawing/2014/main" id="{756B8517-3898-5AF2-2747-967318D5AF13}"/>
              </a:ext>
            </a:extLst>
          </p:cNvPr>
          <p:cNvSpPr/>
          <p:nvPr/>
        </p:nvSpPr>
        <p:spPr>
          <a:xfrm>
            <a:off x="9716310" y="18442969"/>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下 44">
            <a:extLst>
              <a:ext uri="{FF2B5EF4-FFF2-40B4-BE49-F238E27FC236}">
                <a16:creationId xmlns:a16="http://schemas.microsoft.com/office/drawing/2014/main" id="{2034B780-450D-FC92-397F-D9428DB16FDF}"/>
              </a:ext>
            </a:extLst>
          </p:cNvPr>
          <p:cNvSpPr/>
          <p:nvPr/>
        </p:nvSpPr>
        <p:spPr>
          <a:xfrm>
            <a:off x="9716310" y="19362027"/>
            <a:ext cx="318977" cy="372269"/>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90325022-C0A7-60AF-FB89-2090CFD26E31}"/>
              </a:ext>
            </a:extLst>
          </p:cNvPr>
          <p:cNvSpPr txBox="1"/>
          <p:nvPr/>
        </p:nvSpPr>
        <p:spPr>
          <a:xfrm>
            <a:off x="14220126" y="4325121"/>
            <a:ext cx="9870489" cy="769441"/>
          </a:xfrm>
          <a:prstGeom prst="rect">
            <a:avLst/>
          </a:prstGeom>
          <a:noFill/>
        </p:spPr>
        <p:txBody>
          <a:bodyPr wrap="square" rtlCol="0">
            <a:spAutoFit/>
          </a:bodyPr>
          <a:lstStyle/>
          <a:p>
            <a:pPr algn="ctr"/>
            <a:r>
              <a:rPr lang="en-US" altLang="zh-CN" sz="2200" dirty="0"/>
              <a:t>Table 2.1: Best Model Option with MSE for Cooling Energy Modeling</a:t>
            </a:r>
            <a:endParaRPr lang="zh-CN" altLang="en-US" sz="2200" dirty="0"/>
          </a:p>
          <a:p>
            <a:pPr algn="ctr"/>
            <a:endParaRPr lang="zh-CN" altLang="en-US" sz="2200" dirty="0"/>
          </a:p>
        </p:txBody>
      </p:sp>
      <p:sp>
        <p:nvSpPr>
          <p:cNvPr id="8" name="TextBox 7">
            <a:extLst>
              <a:ext uri="{FF2B5EF4-FFF2-40B4-BE49-F238E27FC236}">
                <a16:creationId xmlns:a16="http://schemas.microsoft.com/office/drawing/2014/main" id="{C6C18C80-CE57-1723-F22A-E6903E64A855}"/>
              </a:ext>
            </a:extLst>
          </p:cNvPr>
          <p:cNvSpPr txBox="1"/>
          <p:nvPr/>
        </p:nvSpPr>
        <p:spPr>
          <a:xfrm>
            <a:off x="25213332" y="4338320"/>
            <a:ext cx="11158392" cy="769441"/>
          </a:xfrm>
          <a:prstGeom prst="rect">
            <a:avLst/>
          </a:prstGeom>
          <a:noFill/>
        </p:spPr>
        <p:txBody>
          <a:bodyPr wrap="square" rtlCol="0">
            <a:spAutoFit/>
          </a:bodyPr>
          <a:lstStyle/>
          <a:p>
            <a:pPr algn="ctr"/>
            <a:r>
              <a:rPr lang="en-US" altLang="zh-CN" sz="2200" dirty="0"/>
              <a:t>Table 3.1: Best Model Option with MSE for Total Energy Modeling</a:t>
            </a:r>
            <a:endParaRPr lang="zh-CN" altLang="en-US" sz="2200" dirty="0"/>
          </a:p>
          <a:p>
            <a:pPr algn="ctr"/>
            <a:endParaRPr lang="zh-CN" altLang="en-US" sz="2200" dirty="0"/>
          </a:p>
        </p:txBody>
      </p:sp>
      <p:sp>
        <p:nvSpPr>
          <p:cNvPr id="9" name="TextBox 8">
            <a:extLst>
              <a:ext uri="{FF2B5EF4-FFF2-40B4-BE49-F238E27FC236}">
                <a16:creationId xmlns:a16="http://schemas.microsoft.com/office/drawing/2014/main" id="{AE988DBE-097D-6A31-6ABC-569A347A16B7}"/>
              </a:ext>
            </a:extLst>
          </p:cNvPr>
          <p:cNvSpPr txBox="1"/>
          <p:nvPr/>
        </p:nvSpPr>
        <p:spPr>
          <a:xfrm>
            <a:off x="14020800" y="11736594"/>
            <a:ext cx="10773564" cy="1107996"/>
          </a:xfrm>
          <a:prstGeom prst="rect">
            <a:avLst/>
          </a:prstGeom>
          <a:noFill/>
        </p:spPr>
        <p:txBody>
          <a:bodyPr wrap="square" rtlCol="0">
            <a:spAutoFit/>
          </a:bodyPr>
          <a:lstStyle/>
          <a:p>
            <a:pPr algn="ctr"/>
            <a:r>
              <a:rPr lang="en-US" altLang="zh-CN" sz="2200" dirty="0"/>
              <a:t>Table 2.3: Top 5 Influencing Variables with Importance Values in Cooling Modeling (Total IV = 1)</a:t>
            </a:r>
            <a:endParaRPr lang="zh-CN" altLang="en-US" sz="2200" dirty="0"/>
          </a:p>
          <a:p>
            <a:pPr algn="ctr"/>
            <a:endParaRPr lang="zh-CN" altLang="en-US" sz="2200" dirty="0"/>
          </a:p>
        </p:txBody>
      </p:sp>
      <p:sp>
        <p:nvSpPr>
          <p:cNvPr id="20" name="TextBox 19">
            <a:extLst>
              <a:ext uri="{FF2B5EF4-FFF2-40B4-BE49-F238E27FC236}">
                <a16:creationId xmlns:a16="http://schemas.microsoft.com/office/drawing/2014/main" id="{2B935CE6-39E1-1F2A-86B9-32268F094EEF}"/>
              </a:ext>
            </a:extLst>
          </p:cNvPr>
          <p:cNvSpPr txBox="1"/>
          <p:nvPr/>
        </p:nvSpPr>
        <p:spPr>
          <a:xfrm>
            <a:off x="25372689" y="11728280"/>
            <a:ext cx="10547992" cy="1107996"/>
          </a:xfrm>
          <a:prstGeom prst="rect">
            <a:avLst/>
          </a:prstGeom>
          <a:noFill/>
        </p:spPr>
        <p:txBody>
          <a:bodyPr wrap="square" rtlCol="0">
            <a:spAutoFit/>
          </a:bodyPr>
          <a:lstStyle/>
          <a:p>
            <a:pPr algn="ctr"/>
            <a:r>
              <a:rPr lang="en-US" altLang="zh-CN" sz="2200" dirty="0"/>
              <a:t>Table 3.3: Top 5 Influencing Variables with Importance Value in Total Modeling </a:t>
            </a:r>
            <a:br>
              <a:rPr lang="en-US" altLang="zh-CN" sz="2200" dirty="0"/>
            </a:br>
            <a:r>
              <a:rPr lang="en-US" altLang="zh-CN" sz="2200" dirty="0"/>
              <a:t>(Total IV = 1)</a:t>
            </a:r>
            <a:endParaRPr lang="zh-CN" altLang="en-US" sz="2200" dirty="0"/>
          </a:p>
          <a:p>
            <a:pPr algn="ctr"/>
            <a:endParaRPr lang="zh-CN" altLang="en-US" sz="2200" dirty="0"/>
          </a:p>
        </p:txBody>
      </p:sp>
      <p:sp>
        <p:nvSpPr>
          <p:cNvPr id="35" name="TextBox 34">
            <a:extLst>
              <a:ext uri="{FF2B5EF4-FFF2-40B4-BE49-F238E27FC236}">
                <a16:creationId xmlns:a16="http://schemas.microsoft.com/office/drawing/2014/main" id="{002CC250-17E5-A4ED-C29A-2BDB47D8E511}"/>
              </a:ext>
            </a:extLst>
          </p:cNvPr>
          <p:cNvSpPr txBox="1"/>
          <p:nvPr/>
        </p:nvSpPr>
        <p:spPr>
          <a:xfrm>
            <a:off x="7124331" y="20432137"/>
            <a:ext cx="5663268" cy="1015663"/>
          </a:xfrm>
          <a:prstGeom prst="rect">
            <a:avLst/>
          </a:prstGeom>
          <a:noFill/>
        </p:spPr>
        <p:txBody>
          <a:bodyPr wrap="square" rtlCol="0">
            <a:spAutoFit/>
          </a:bodyPr>
          <a:lstStyle/>
          <a:p>
            <a:pPr algn="ctr"/>
            <a:r>
              <a:rPr lang="en-US" altLang="zh-CN" sz="3000" dirty="0"/>
              <a:t>Figure 1.1 Statistical Modeling Pipeline</a:t>
            </a:r>
            <a:endParaRPr lang="zh-CN" altLang="en-US" sz="3000" dirty="0"/>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21801</TotalTime>
  <Words>857</Words>
  <Application>Microsoft Office PowerPoint</Application>
  <PresentationFormat>Custom</PresentationFormat>
  <Paragraphs>82</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Play</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Claire Wilson</dc:creator>
  <cp:lastModifiedBy>Sihan Liang</cp:lastModifiedBy>
  <cp:revision>46</cp:revision>
  <dcterms:created xsi:type="dcterms:W3CDTF">2024-05-23T16:43:58Z</dcterms:created>
  <dcterms:modified xsi:type="dcterms:W3CDTF">2025-10-03T20:55:19Z</dcterms:modified>
</cp:coreProperties>
</file>